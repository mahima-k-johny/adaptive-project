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8"/>
  </p:notesMasterIdLst>
  <p:sldIdLst>
    <p:sldId id="368" r:id="rId2"/>
    <p:sldId id="343" r:id="rId3"/>
    <p:sldId id="369" r:id="rId4"/>
    <p:sldId id="314" r:id="rId5"/>
    <p:sldId id="315" r:id="rId6"/>
    <p:sldId id="370" r:id="rId7"/>
    <p:sldId id="377" r:id="rId8"/>
    <p:sldId id="323" r:id="rId9"/>
    <p:sldId id="345" r:id="rId10"/>
    <p:sldId id="346" r:id="rId11"/>
    <p:sldId id="376" r:id="rId12"/>
    <p:sldId id="348" r:id="rId13"/>
    <p:sldId id="347" r:id="rId14"/>
    <p:sldId id="386" r:id="rId15"/>
    <p:sldId id="371" r:id="rId16"/>
    <p:sldId id="385" r:id="rId17"/>
    <p:sldId id="378" r:id="rId18"/>
    <p:sldId id="372" r:id="rId19"/>
    <p:sldId id="387" r:id="rId20"/>
    <p:sldId id="373" r:id="rId21"/>
    <p:sldId id="362" r:id="rId22"/>
    <p:sldId id="374" r:id="rId23"/>
    <p:sldId id="375" r:id="rId24"/>
    <p:sldId id="388" r:id="rId25"/>
    <p:sldId id="384" r:id="rId26"/>
    <p:sldId id="34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030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5196" autoAdjust="0"/>
  </p:normalViewPr>
  <p:slideViewPr>
    <p:cSldViewPr>
      <p:cViewPr>
        <p:scale>
          <a:sx n="75" d="100"/>
          <a:sy n="75" d="100"/>
        </p:scale>
        <p:origin x="144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9249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945925-388A-4FD7-86CC-25B3856B9960}" type="doc">
      <dgm:prSet loTypeId="urn:microsoft.com/office/officeart/2011/layout/Tab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C35F87F-65EA-4260-BA02-D20CE5D1687C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1</a:t>
          </a:r>
        </a:p>
      </dgm:t>
    </dgm:pt>
    <dgm:pt modelId="{3E9DDF31-6339-4B11-8B44-832A543D1B48}" type="parTrans" cxnId="{D8D468F0-1769-4DE5-A63B-03994A09D027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A33064B-F165-4042-9319-26BB34A6A302}" type="sibTrans" cxnId="{D8D468F0-1769-4DE5-A63B-03994A09D027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E82A4D9-4551-43EF-A38E-29FC7B55AC4A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dirty="0"/>
            <a:t>Introduction</a:t>
          </a:r>
          <a:endParaRPr lang="en-US" sz="1600" dirty="0"/>
        </a:p>
      </dgm:t>
    </dgm:pt>
    <dgm:pt modelId="{567FA059-A424-495A-AE9F-A45C007C255E}" type="parTrans" cxnId="{40B54B08-7A63-4BF6-92B5-1E9EBDAEEE6D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51F597D-4EDF-4AE5-AC3F-2F15518CF153}" type="sibTrans" cxnId="{40B54B08-7A63-4BF6-92B5-1E9EBDAEEE6D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1C08C8A-CF4C-4B55-A74C-1571F313182A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3</a:t>
          </a:r>
        </a:p>
      </dgm:t>
    </dgm:pt>
    <dgm:pt modelId="{BE85AAE1-944B-4E7D-A4C2-FC3E142351E4}" type="parTrans" cxnId="{E433A3B0-0314-46BF-8767-E64497DA62FF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D055F1A-4AC3-468E-8F62-4891003A3096}" type="sibTrans" cxnId="{E433A3B0-0314-46BF-8767-E64497DA62FF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46A2325-2D91-40A2-BBA8-D38B99F4F785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4</a:t>
          </a:r>
        </a:p>
      </dgm:t>
    </dgm:pt>
    <dgm:pt modelId="{850DE6E5-643C-4CE4-B672-9E9104A1EDC8}" type="parTrans" cxnId="{3878318D-D1CC-40C7-8DE8-253E61645ADC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1A530B7-13E7-4DD6-8EEF-CE07E3779051}" type="sibTrans" cxnId="{3878318D-D1CC-40C7-8DE8-253E61645ADC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EF67F5C-E14D-419D-BA58-7359F70F8240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dirty="0"/>
            <a:t>Target Audience</a:t>
          </a:r>
          <a:endParaRPr lang="en-US" sz="1600" b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6E90A63-B26B-438E-A54E-EB6A9C261E00}" type="parTrans" cxnId="{F8624056-2159-419B-9330-E0F84C5159AC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8534DDD-068A-4DC4-A8D2-33E49224CC29}" type="sibTrans" cxnId="{F8624056-2159-419B-9330-E0F84C5159AC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BD766FE-5A69-45F2-BFE9-21E7EF2241AC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2</a:t>
          </a:r>
        </a:p>
      </dgm:t>
    </dgm:pt>
    <dgm:pt modelId="{CE540137-66F6-46BD-9E4D-3D23073005D3}" type="sibTrans" cxnId="{CBE0917F-2664-4EFF-9138-73474E9FF11C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80A2661-34A3-4147-A5D5-783D72BA7D04}" type="parTrans" cxnId="{CBE0917F-2664-4EFF-9138-73474E9FF11C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278A4E5-E849-465F-AE9F-4DA0CADF2FFF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5</a:t>
          </a:r>
        </a:p>
      </dgm:t>
    </dgm:pt>
    <dgm:pt modelId="{C23C7471-334A-434B-B555-C98AD806196A}" type="parTrans" cxnId="{F4379AC7-1E69-42C5-AAF2-230CF2B6BF3A}">
      <dgm:prSet/>
      <dgm:spPr/>
      <dgm:t>
        <a:bodyPr/>
        <a:lstStyle/>
        <a:p>
          <a:endParaRPr lang="en-US" sz="1600"/>
        </a:p>
      </dgm:t>
    </dgm:pt>
    <dgm:pt modelId="{605E6A02-BD57-4631-BD8E-296642208E87}" type="sibTrans" cxnId="{F4379AC7-1E69-42C5-AAF2-230CF2B6BF3A}">
      <dgm:prSet/>
      <dgm:spPr/>
      <dgm:t>
        <a:bodyPr/>
        <a:lstStyle/>
        <a:p>
          <a:endParaRPr lang="en-US" sz="1600"/>
        </a:p>
      </dgm:t>
    </dgm:pt>
    <dgm:pt modelId="{883AAF9C-BAB7-472D-9811-AEB418B8290F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6</a:t>
          </a:r>
        </a:p>
      </dgm:t>
    </dgm:pt>
    <dgm:pt modelId="{EFCC70FB-4DA1-4BF3-9DCF-7EC4B8FB9D76}" type="parTrans" cxnId="{182F3733-0285-4295-A323-1F3035E17E7A}">
      <dgm:prSet/>
      <dgm:spPr/>
      <dgm:t>
        <a:bodyPr/>
        <a:lstStyle/>
        <a:p>
          <a:endParaRPr lang="en-US" sz="1600"/>
        </a:p>
      </dgm:t>
    </dgm:pt>
    <dgm:pt modelId="{6EAC97A6-0BF6-4B52-9329-39F6155E39BC}" type="sibTrans" cxnId="{182F3733-0285-4295-A323-1F3035E17E7A}">
      <dgm:prSet/>
      <dgm:spPr/>
      <dgm:t>
        <a:bodyPr/>
        <a:lstStyle/>
        <a:p>
          <a:endParaRPr lang="en-US" sz="1600"/>
        </a:p>
      </dgm:t>
    </dgm:pt>
    <dgm:pt modelId="{A871C6A8-295B-4492-AB8B-93C616A9765B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7</a:t>
          </a:r>
        </a:p>
      </dgm:t>
    </dgm:pt>
    <dgm:pt modelId="{E41081B3-93B1-47A6-A679-0094D37D92DB}" type="parTrans" cxnId="{2635BB3F-5773-4913-975E-21F800E634BB}">
      <dgm:prSet/>
      <dgm:spPr/>
      <dgm:t>
        <a:bodyPr/>
        <a:lstStyle/>
        <a:p>
          <a:endParaRPr lang="en-US" sz="1600"/>
        </a:p>
      </dgm:t>
    </dgm:pt>
    <dgm:pt modelId="{B63A34C8-309C-4471-9A0A-C8A676B61C2D}" type="sibTrans" cxnId="{2635BB3F-5773-4913-975E-21F800E634BB}">
      <dgm:prSet/>
      <dgm:spPr/>
      <dgm:t>
        <a:bodyPr/>
        <a:lstStyle/>
        <a:p>
          <a:endParaRPr lang="en-US" sz="1600"/>
        </a:p>
      </dgm:t>
    </dgm:pt>
    <dgm:pt modelId="{546EA88C-F876-44D3-8CCA-F301F0626988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8</a:t>
          </a:r>
        </a:p>
      </dgm:t>
    </dgm:pt>
    <dgm:pt modelId="{8D6E79C1-FF53-4121-9A41-492D66D98112}" type="parTrans" cxnId="{14BAFC3D-B665-4F94-8BC3-12AC28E6300A}">
      <dgm:prSet/>
      <dgm:spPr/>
      <dgm:t>
        <a:bodyPr/>
        <a:lstStyle/>
        <a:p>
          <a:endParaRPr lang="en-US" sz="1600"/>
        </a:p>
      </dgm:t>
    </dgm:pt>
    <dgm:pt modelId="{24256A72-9605-4DBC-84BD-A3EBBF3845B8}" type="sibTrans" cxnId="{14BAFC3D-B665-4F94-8BC3-12AC28E6300A}">
      <dgm:prSet/>
      <dgm:spPr/>
      <dgm:t>
        <a:bodyPr/>
        <a:lstStyle/>
        <a:p>
          <a:endParaRPr lang="en-US" sz="1600"/>
        </a:p>
      </dgm:t>
    </dgm:pt>
    <dgm:pt modelId="{A677675F-1C5A-4F8A-AEBE-532D1CCBD9D3}">
      <dgm:prSet phldrT="[Text]" custT="1"/>
      <dgm:spPr/>
      <dgm:t>
        <a:bodyPr/>
        <a:lstStyle/>
        <a:p>
          <a:r>
            <a:rPr lang="en-US" sz="1600" b="0" dirty="0">
              <a:latin typeface="+mn-lt"/>
              <a:ea typeface="Cambria" panose="02040503050406030204" pitchFamily="18" charset="0"/>
            </a:rPr>
            <a:t>Technologies used</a:t>
          </a:r>
        </a:p>
      </dgm:t>
    </dgm:pt>
    <dgm:pt modelId="{47CED624-5BEC-4712-917F-08E99364675F}" type="parTrans" cxnId="{112F863E-898B-4725-A087-E765442444F9}">
      <dgm:prSet/>
      <dgm:spPr/>
      <dgm:t>
        <a:bodyPr/>
        <a:lstStyle/>
        <a:p>
          <a:endParaRPr lang="en-US" sz="1600"/>
        </a:p>
      </dgm:t>
    </dgm:pt>
    <dgm:pt modelId="{3FFFA3ED-12AB-4B95-9343-C18B860DA299}" type="sibTrans" cxnId="{112F863E-898B-4725-A087-E765442444F9}">
      <dgm:prSet/>
      <dgm:spPr/>
      <dgm:t>
        <a:bodyPr/>
        <a:lstStyle/>
        <a:p>
          <a:endParaRPr lang="en-US" sz="1600"/>
        </a:p>
      </dgm:t>
    </dgm:pt>
    <dgm:pt modelId="{2996A193-3472-4E58-A1BE-15E9EB73A885}">
      <dgm:prSet phldrT="[Text]" custT="1"/>
      <dgm:spPr/>
      <dgm:t>
        <a:bodyPr/>
        <a:lstStyle/>
        <a:p>
          <a:r>
            <a:rPr lang="en-IN" sz="1600" dirty="0"/>
            <a:t>Database Details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2A87BC5C-911D-474C-9554-FB56B10A7500}" type="parTrans" cxnId="{4FC5F639-EB18-4003-B39C-9B007EF4A4C8}">
      <dgm:prSet/>
      <dgm:spPr/>
      <dgm:t>
        <a:bodyPr/>
        <a:lstStyle/>
        <a:p>
          <a:endParaRPr lang="en-US" sz="1600"/>
        </a:p>
      </dgm:t>
    </dgm:pt>
    <dgm:pt modelId="{40E5E260-3D69-4780-A790-2301000FC94E}" type="sibTrans" cxnId="{4FC5F639-EB18-4003-B39C-9B007EF4A4C8}">
      <dgm:prSet/>
      <dgm:spPr/>
      <dgm:t>
        <a:bodyPr/>
        <a:lstStyle/>
        <a:p>
          <a:endParaRPr lang="en-US" sz="1600"/>
        </a:p>
      </dgm:t>
    </dgm:pt>
    <dgm:pt modelId="{70787E6D-B1E2-41D9-A91E-40B5740169A3}">
      <dgm:prSet phldrT="[Text]" custT="1"/>
      <dgm:spPr/>
      <dgm:t>
        <a:bodyPr/>
        <a:lstStyle/>
        <a:p>
          <a:r>
            <a:rPr lang="en-IN" sz="1600" dirty="0"/>
            <a:t>System Architecture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A42D852C-C89C-4155-8E0E-9E963F1C31C6}" type="parTrans" cxnId="{1E947623-F1A0-455B-8FC7-9BA4D5BD3897}">
      <dgm:prSet/>
      <dgm:spPr/>
      <dgm:t>
        <a:bodyPr/>
        <a:lstStyle/>
        <a:p>
          <a:endParaRPr lang="en-US" sz="1600"/>
        </a:p>
      </dgm:t>
    </dgm:pt>
    <dgm:pt modelId="{FECA737C-0EE1-4FD6-A16B-64C31105BB00}" type="sibTrans" cxnId="{1E947623-F1A0-455B-8FC7-9BA4D5BD3897}">
      <dgm:prSet/>
      <dgm:spPr/>
      <dgm:t>
        <a:bodyPr/>
        <a:lstStyle/>
        <a:p>
          <a:endParaRPr lang="en-US" sz="1600"/>
        </a:p>
      </dgm:t>
    </dgm:pt>
    <dgm:pt modelId="{9BFD0612-C3D4-4F34-8257-A374834984CE}">
      <dgm:prSet phldrT="[Text]" custT="1"/>
      <dgm:spPr/>
      <dgm:t>
        <a:bodyPr/>
        <a:lstStyle/>
        <a:p>
          <a:r>
            <a:rPr lang="en-IN" sz="1600" dirty="0"/>
            <a:t>Development Process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F04F8180-2027-47C5-B75B-EB42128AC80A}" type="parTrans" cxnId="{9061FF76-F69F-45CC-B3B3-E876FC162F3D}">
      <dgm:prSet/>
      <dgm:spPr/>
      <dgm:t>
        <a:bodyPr/>
        <a:lstStyle/>
        <a:p>
          <a:endParaRPr lang="en-US" sz="1600"/>
        </a:p>
      </dgm:t>
    </dgm:pt>
    <dgm:pt modelId="{370A41A6-8F4A-4EE5-8E87-FF5109726516}" type="sibTrans" cxnId="{9061FF76-F69F-45CC-B3B3-E876FC162F3D}">
      <dgm:prSet/>
      <dgm:spPr/>
      <dgm:t>
        <a:bodyPr/>
        <a:lstStyle/>
        <a:p>
          <a:endParaRPr lang="en-US" sz="1600"/>
        </a:p>
      </dgm:t>
    </dgm:pt>
    <dgm:pt modelId="{A33EFC32-CCC4-439B-902D-F35DCF5C9B4B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9</a:t>
          </a:r>
        </a:p>
      </dgm:t>
    </dgm:pt>
    <dgm:pt modelId="{10385678-D79F-4A71-A7C8-0795FA80C199}" type="parTrans" cxnId="{673D45B4-DD0C-47D3-B36D-2096CFC392A6}">
      <dgm:prSet/>
      <dgm:spPr/>
      <dgm:t>
        <a:bodyPr/>
        <a:lstStyle/>
        <a:p>
          <a:endParaRPr lang="en-US" sz="1600"/>
        </a:p>
      </dgm:t>
    </dgm:pt>
    <dgm:pt modelId="{F27CEF22-83FF-4C7D-BEDB-70E0723D4AE7}" type="sibTrans" cxnId="{673D45B4-DD0C-47D3-B36D-2096CFC392A6}">
      <dgm:prSet/>
      <dgm:spPr/>
      <dgm:t>
        <a:bodyPr/>
        <a:lstStyle/>
        <a:p>
          <a:endParaRPr lang="en-US" sz="1600"/>
        </a:p>
      </dgm:t>
    </dgm:pt>
    <dgm:pt modelId="{F4651D78-3743-4C38-9C82-CACA47C17637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10</a:t>
          </a:r>
        </a:p>
      </dgm:t>
    </dgm:pt>
    <dgm:pt modelId="{040F097A-AC7F-4F55-876F-1E4D57834937}" type="parTrans" cxnId="{265084A2-4476-4530-8623-1AFB098EB4DA}">
      <dgm:prSet/>
      <dgm:spPr/>
      <dgm:t>
        <a:bodyPr/>
        <a:lstStyle/>
        <a:p>
          <a:endParaRPr lang="en-US" sz="1600"/>
        </a:p>
      </dgm:t>
    </dgm:pt>
    <dgm:pt modelId="{2809DC83-F05B-4847-8ACD-CC6978FEF3C7}" type="sibTrans" cxnId="{265084A2-4476-4530-8623-1AFB098EB4DA}">
      <dgm:prSet/>
      <dgm:spPr/>
      <dgm:t>
        <a:bodyPr/>
        <a:lstStyle/>
        <a:p>
          <a:endParaRPr lang="en-US" sz="1600"/>
        </a:p>
      </dgm:t>
    </dgm:pt>
    <dgm:pt modelId="{564E092F-FD0C-42BD-A042-EAD4917966CA}">
      <dgm:prSet phldrT="[Text]" custT="1"/>
      <dgm:spPr/>
      <dgm:t>
        <a:bodyPr/>
        <a:lstStyle/>
        <a:p>
          <a:r>
            <a:rPr lang="en-IN" sz="1600" dirty="0">
              <a:latin typeface="+mn-lt"/>
              <a:ea typeface="Cambria" panose="02040503050406030204" pitchFamily="18" charset="0"/>
            </a:rPr>
            <a:t>Features and Functionalities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16560FB8-6A75-427E-AA39-80ABC33CC690}" type="parTrans" cxnId="{514B7C46-DE4A-42C9-B27E-5F662EDCE287}">
      <dgm:prSet/>
      <dgm:spPr/>
      <dgm:t>
        <a:bodyPr/>
        <a:lstStyle/>
        <a:p>
          <a:endParaRPr lang="en-US" sz="1600"/>
        </a:p>
      </dgm:t>
    </dgm:pt>
    <dgm:pt modelId="{95925CB8-56E6-4137-9A3A-F5557ED359C0}" type="sibTrans" cxnId="{514B7C46-DE4A-42C9-B27E-5F662EDCE287}">
      <dgm:prSet/>
      <dgm:spPr/>
      <dgm:t>
        <a:bodyPr/>
        <a:lstStyle/>
        <a:p>
          <a:endParaRPr lang="en-US" sz="1600"/>
        </a:p>
      </dgm:t>
    </dgm:pt>
    <dgm:pt modelId="{D8808C3F-F7B4-46A9-8AFB-A7A4FEF6A761}">
      <dgm:prSet phldrT="[Text]" custT="1"/>
      <dgm:spPr/>
      <dgm:t>
        <a:bodyPr/>
        <a:lstStyle/>
        <a:p>
          <a:r>
            <a:rPr lang="en-US" sz="1600" dirty="0">
              <a:latin typeface="+mn-lt"/>
              <a:ea typeface="Cambria" panose="02040503050406030204" pitchFamily="18" charset="0"/>
            </a:rPr>
            <a:t>Technical Challenges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FAAF77A2-7906-4316-BED1-1AFF3F37274F}" type="parTrans" cxnId="{A5F5BE13-415A-44C8-BFE5-FEE763B5D25D}">
      <dgm:prSet/>
      <dgm:spPr/>
      <dgm:t>
        <a:bodyPr/>
        <a:lstStyle/>
        <a:p>
          <a:endParaRPr lang="en-US" sz="1600"/>
        </a:p>
      </dgm:t>
    </dgm:pt>
    <dgm:pt modelId="{0E1C68D9-F5F7-4776-BE07-63ACB8F428D7}" type="sibTrans" cxnId="{A5F5BE13-415A-44C8-BFE5-FEE763B5D25D}">
      <dgm:prSet/>
      <dgm:spPr/>
      <dgm:t>
        <a:bodyPr/>
        <a:lstStyle/>
        <a:p>
          <a:endParaRPr lang="en-US" sz="1600"/>
        </a:p>
      </dgm:t>
    </dgm:pt>
    <dgm:pt modelId="{D88B33D5-C23C-4D29-A9BA-76EB65F74A81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dirty="0"/>
            <a:t>Existing Applications</a:t>
          </a:r>
          <a:endParaRPr lang="en-US" sz="1600" b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4907E0D-9969-4B6E-879C-D352E5F503F9}" type="sibTrans" cxnId="{29A11E6D-4D41-4387-8A64-8BD681E93CFD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5D0398E-5717-4A62-81A4-CB3FB12F9BBC}" type="parTrans" cxnId="{29A11E6D-4D41-4387-8A64-8BD681E93CFD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E36343B-2E57-4238-B57B-30E2647F5370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IN" sz="1600" dirty="0"/>
            <a:t>Objective</a:t>
          </a:r>
          <a:endParaRPr lang="en-US" sz="1600" b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B695977-E2F5-4D4D-A000-95798A5E12EA}" type="sibTrans" cxnId="{18367D3E-D849-4415-9C7E-5EFEB8A2DE90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4BE6767-F488-4872-AB3D-39F6FFD72302}" type="parTrans" cxnId="{18367D3E-D849-4415-9C7E-5EFEB8A2DE90}">
      <dgm:prSet/>
      <dgm:spPr/>
      <dgm:t>
        <a:bodyPr/>
        <a:lstStyle/>
        <a:p>
          <a:pPr>
            <a:lnSpc>
              <a:spcPct val="100000"/>
            </a:lnSpc>
          </a:pPr>
          <a:endParaRPr lang="en-US" sz="1600" b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E1EE923-1F61-4A41-BCE9-3CD8E66795C3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11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BF48BA8D-A054-4EF6-A80F-E516AA50D852}" type="parTrans" cxnId="{91B280CB-E04A-41C5-B23B-AB98D2F6B1DA}">
      <dgm:prSet/>
      <dgm:spPr/>
      <dgm:t>
        <a:bodyPr/>
        <a:lstStyle/>
        <a:p>
          <a:endParaRPr lang="en-US" sz="1600"/>
        </a:p>
      </dgm:t>
    </dgm:pt>
    <dgm:pt modelId="{7D13A9FD-2DDC-4EB9-9471-68A3798B0148}" type="sibTrans" cxnId="{91B280CB-E04A-41C5-B23B-AB98D2F6B1DA}">
      <dgm:prSet/>
      <dgm:spPr/>
      <dgm:t>
        <a:bodyPr/>
        <a:lstStyle/>
        <a:p>
          <a:endParaRPr lang="en-US" sz="1600"/>
        </a:p>
      </dgm:t>
    </dgm:pt>
    <dgm:pt modelId="{CE8BD703-ECB9-490F-BF0E-869B8344A025}">
      <dgm:prSet phldrT="[Text]" custT="1"/>
      <dgm:spPr/>
      <dgm:t>
        <a:bodyPr/>
        <a:lstStyle/>
        <a:p>
          <a:r>
            <a:rPr lang="en-US" sz="1600" dirty="0">
              <a:latin typeface="+mn-lt"/>
              <a:ea typeface="Cambria" panose="02040503050406030204" pitchFamily="18" charset="0"/>
            </a:rPr>
            <a:t>Testing Methods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E4B1036F-6CD5-4617-9EBC-A2B0FF06E9DD}" type="parTrans" cxnId="{9FB099E6-F966-4D3D-ACE5-BEB7A73E5504}">
      <dgm:prSet/>
      <dgm:spPr/>
      <dgm:t>
        <a:bodyPr/>
        <a:lstStyle/>
        <a:p>
          <a:endParaRPr lang="en-US" sz="1600"/>
        </a:p>
      </dgm:t>
    </dgm:pt>
    <dgm:pt modelId="{F6460B84-9764-4F94-88D8-B8CDDF7450F9}" type="sibTrans" cxnId="{9FB099E6-F966-4D3D-ACE5-BEB7A73E5504}">
      <dgm:prSet/>
      <dgm:spPr/>
      <dgm:t>
        <a:bodyPr/>
        <a:lstStyle/>
        <a:p>
          <a:endParaRPr lang="en-US" sz="1600"/>
        </a:p>
      </dgm:t>
    </dgm:pt>
    <dgm:pt modelId="{7E32FC10-DB1C-4A33-9C7B-120ADBA8E624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12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3FD875D4-5FAB-45E5-8A0C-DFD7B91FF0C6}" type="parTrans" cxnId="{6FCEBD2E-D2E4-43FA-90D3-52C80ECD17F4}">
      <dgm:prSet/>
      <dgm:spPr/>
      <dgm:t>
        <a:bodyPr/>
        <a:lstStyle/>
        <a:p>
          <a:endParaRPr lang="en-US" sz="1600"/>
        </a:p>
      </dgm:t>
    </dgm:pt>
    <dgm:pt modelId="{DE4A1B83-69D1-4679-9170-569DA7265794}" type="sibTrans" cxnId="{6FCEBD2E-D2E4-43FA-90D3-52C80ECD17F4}">
      <dgm:prSet/>
      <dgm:spPr/>
      <dgm:t>
        <a:bodyPr/>
        <a:lstStyle/>
        <a:p>
          <a:endParaRPr lang="en-US" sz="1600"/>
        </a:p>
      </dgm:t>
    </dgm:pt>
    <dgm:pt modelId="{7531415C-078D-4006-AC94-C5C14934FBF7}">
      <dgm:prSet phldrT="[Text]" custT="1"/>
      <dgm:spPr/>
      <dgm:t>
        <a:bodyPr/>
        <a:lstStyle/>
        <a:p>
          <a:r>
            <a:rPr lang="en-US" sz="1600" dirty="0">
              <a:latin typeface="+mn-lt"/>
              <a:ea typeface="Cambria" panose="02040503050406030204" pitchFamily="18" charset="0"/>
            </a:rPr>
            <a:t>Future Enhancements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4C1AB381-00AA-49AA-B9D2-2309D775DA25}" type="parTrans" cxnId="{6004C5CD-08DA-47A1-AE5E-7F8551489CE2}">
      <dgm:prSet/>
      <dgm:spPr/>
      <dgm:t>
        <a:bodyPr/>
        <a:lstStyle/>
        <a:p>
          <a:endParaRPr lang="en-US" sz="1600"/>
        </a:p>
      </dgm:t>
    </dgm:pt>
    <dgm:pt modelId="{5422FC4F-7437-4E8B-93A1-DB42077A27B5}" type="sibTrans" cxnId="{6004C5CD-08DA-47A1-AE5E-7F8551489CE2}">
      <dgm:prSet/>
      <dgm:spPr/>
      <dgm:t>
        <a:bodyPr/>
        <a:lstStyle/>
        <a:p>
          <a:endParaRPr lang="en-US" sz="1600"/>
        </a:p>
      </dgm:t>
    </dgm:pt>
    <dgm:pt modelId="{BCA78AA0-DCBF-48E9-A23C-F9AF4F6E9650}">
      <dgm:prSet phldrT="[Text]" custT="1"/>
      <dgm:spPr/>
      <dgm:t>
        <a:bodyPr/>
        <a:lstStyle/>
        <a:p>
          <a:r>
            <a:rPr lang="en-US" sz="1600" b="0" dirty="0">
              <a:latin typeface="Cambria" panose="02040503050406030204" pitchFamily="18" charset="0"/>
              <a:ea typeface="Cambria" panose="02040503050406030204" pitchFamily="18" charset="0"/>
            </a:rPr>
            <a:t>13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0C8F78A0-0F1E-4E8F-B309-9762C4A31A55}" type="parTrans" cxnId="{F8CEFB8C-17D2-4526-8B3E-B570328EE4AD}">
      <dgm:prSet/>
      <dgm:spPr/>
      <dgm:t>
        <a:bodyPr/>
        <a:lstStyle/>
        <a:p>
          <a:endParaRPr lang="en-US" sz="1600"/>
        </a:p>
      </dgm:t>
    </dgm:pt>
    <dgm:pt modelId="{36FC273C-C3DD-4A4A-9171-83E983B382CF}" type="sibTrans" cxnId="{F8CEFB8C-17D2-4526-8B3E-B570328EE4AD}">
      <dgm:prSet/>
      <dgm:spPr/>
      <dgm:t>
        <a:bodyPr/>
        <a:lstStyle/>
        <a:p>
          <a:endParaRPr lang="en-US" sz="1600"/>
        </a:p>
      </dgm:t>
    </dgm:pt>
    <dgm:pt modelId="{93E05614-B1CF-42AF-BB63-8E12C87011F3}">
      <dgm:prSet phldrT="[Text]" custT="1"/>
      <dgm:spPr/>
      <dgm:t>
        <a:bodyPr/>
        <a:lstStyle/>
        <a:p>
          <a:r>
            <a:rPr lang="en-US" sz="1600" dirty="0">
              <a:latin typeface="+mn-lt"/>
              <a:ea typeface="Cambria" panose="02040503050406030204" pitchFamily="18" charset="0"/>
            </a:rPr>
            <a:t>Conclusion</a:t>
          </a:r>
          <a:endParaRPr lang="en-US" sz="1600" b="0" dirty="0">
            <a:latin typeface="+mn-lt"/>
            <a:ea typeface="Cambria" panose="02040503050406030204" pitchFamily="18" charset="0"/>
          </a:endParaRPr>
        </a:p>
      </dgm:t>
    </dgm:pt>
    <dgm:pt modelId="{DD1D25BB-04BE-46A4-A52B-58588F5E17CB}" type="parTrans" cxnId="{5F6467D7-9A1C-41D1-B561-654439FE43AA}">
      <dgm:prSet/>
      <dgm:spPr/>
      <dgm:t>
        <a:bodyPr/>
        <a:lstStyle/>
        <a:p>
          <a:endParaRPr lang="en-US" sz="1600"/>
        </a:p>
      </dgm:t>
    </dgm:pt>
    <dgm:pt modelId="{55235C1A-DB37-447A-B9EA-73CBA5F8AAA2}" type="sibTrans" cxnId="{5F6467D7-9A1C-41D1-B561-654439FE43AA}">
      <dgm:prSet/>
      <dgm:spPr/>
      <dgm:t>
        <a:bodyPr/>
        <a:lstStyle/>
        <a:p>
          <a:endParaRPr lang="en-US" sz="1600"/>
        </a:p>
      </dgm:t>
    </dgm:pt>
    <dgm:pt modelId="{391AD1FA-6750-438B-810E-28F8145F5C6E}" type="pres">
      <dgm:prSet presAssocID="{89945925-388A-4FD7-86CC-25B3856B996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9504E2B0-9D52-4EAA-AAD3-D4FD0B3D3E7D}" type="pres">
      <dgm:prSet presAssocID="{7C35F87F-65EA-4260-BA02-D20CE5D1687C}" presName="composite" presStyleCnt="0"/>
      <dgm:spPr/>
    </dgm:pt>
    <dgm:pt modelId="{C299DB3A-CAAD-4F91-9665-EDA83E99959B}" type="pres">
      <dgm:prSet presAssocID="{7C35F87F-65EA-4260-BA02-D20CE5D1687C}" presName="FirstChild" presStyleLbl="revTx" presStyleIdx="0" presStyleCnt="13" custScaleX="101254" custScaleY="93738" custLinFactNeighborX="-1036" custLinFactNeighborY="-134">
        <dgm:presLayoutVars>
          <dgm:chMax val="0"/>
          <dgm:chPref val="0"/>
          <dgm:bulletEnabled val="1"/>
        </dgm:presLayoutVars>
      </dgm:prSet>
      <dgm:spPr/>
    </dgm:pt>
    <dgm:pt modelId="{E47A2CB7-21E4-4882-8BBD-6C68A80280B7}" type="pres">
      <dgm:prSet presAssocID="{7C35F87F-65EA-4260-BA02-D20CE5D1687C}" presName="Parent" presStyleLbl="alignNode1" presStyleIdx="0" presStyleCnt="13" custFlipHor="1" custScaleX="85255" custScaleY="68512" custLinFactNeighborX="-7982" custLinFactNeighborY="31573">
        <dgm:presLayoutVars>
          <dgm:chMax val="3"/>
          <dgm:chPref val="3"/>
          <dgm:bulletEnabled val="1"/>
        </dgm:presLayoutVars>
      </dgm:prSet>
      <dgm:spPr/>
    </dgm:pt>
    <dgm:pt modelId="{217A34C0-2516-4B35-BAE1-C7E04407F2A4}" type="pres">
      <dgm:prSet presAssocID="{7C35F87F-65EA-4260-BA02-D20CE5D1687C}" presName="Accent" presStyleLbl="parChTrans1D1" presStyleIdx="0" presStyleCnt="13"/>
      <dgm:spPr/>
    </dgm:pt>
    <dgm:pt modelId="{8A7EAF95-CEBE-4F9F-A644-66A80B5F984F}" type="pres">
      <dgm:prSet presAssocID="{EA33064B-F165-4042-9319-26BB34A6A302}" presName="sibTrans" presStyleCnt="0"/>
      <dgm:spPr/>
    </dgm:pt>
    <dgm:pt modelId="{0041AD39-9CEA-4D4D-B164-384C9804015F}" type="pres">
      <dgm:prSet presAssocID="{DBD766FE-5A69-45F2-BFE9-21E7EF2241AC}" presName="composite" presStyleCnt="0"/>
      <dgm:spPr/>
    </dgm:pt>
    <dgm:pt modelId="{4FC8C131-B4AB-4C92-B1A5-06393A3A86CE}" type="pres">
      <dgm:prSet presAssocID="{DBD766FE-5A69-45F2-BFE9-21E7EF2241AC}" presName="FirstChild" presStyleLbl="revTx" presStyleIdx="1" presStyleCnt="13" custScaleX="101254" custScaleY="96064" custLinFactNeighborX="-1036" custLinFactNeighborY="-134">
        <dgm:presLayoutVars>
          <dgm:chMax val="0"/>
          <dgm:chPref val="0"/>
          <dgm:bulletEnabled val="1"/>
        </dgm:presLayoutVars>
      </dgm:prSet>
      <dgm:spPr/>
    </dgm:pt>
    <dgm:pt modelId="{99D317FF-C8C7-4983-B405-46D93E3BEAAD}" type="pres">
      <dgm:prSet presAssocID="{DBD766FE-5A69-45F2-BFE9-21E7EF2241AC}" presName="Parent" presStyleLbl="alignNode1" presStyleIdx="1" presStyleCnt="13" custFlipHor="1" custScaleX="85255" custScaleY="66369" custLinFactNeighborX="-7982" custLinFactNeighborY="31782">
        <dgm:presLayoutVars>
          <dgm:chMax val="3"/>
          <dgm:chPref val="3"/>
          <dgm:bulletEnabled val="1"/>
        </dgm:presLayoutVars>
      </dgm:prSet>
      <dgm:spPr/>
    </dgm:pt>
    <dgm:pt modelId="{1F6C5805-18C9-4997-BDB4-5F60834BE89E}" type="pres">
      <dgm:prSet presAssocID="{DBD766FE-5A69-45F2-BFE9-21E7EF2241AC}" presName="Accent" presStyleLbl="parChTrans1D1" presStyleIdx="1" presStyleCnt="13"/>
      <dgm:spPr/>
    </dgm:pt>
    <dgm:pt modelId="{8D792EA1-7603-410C-9CAC-9FC8E63CDAF5}" type="pres">
      <dgm:prSet presAssocID="{CE540137-66F6-46BD-9E4D-3D23073005D3}" presName="sibTrans" presStyleCnt="0"/>
      <dgm:spPr/>
    </dgm:pt>
    <dgm:pt modelId="{38FCE4BD-6013-4DCE-B445-B3B19242DF44}" type="pres">
      <dgm:prSet presAssocID="{C1C08C8A-CF4C-4B55-A74C-1571F313182A}" presName="composite" presStyleCnt="0"/>
      <dgm:spPr/>
    </dgm:pt>
    <dgm:pt modelId="{2D21A57E-72D2-498D-BCFC-FC05EC793D51}" type="pres">
      <dgm:prSet presAssocID="{C1C08C8A-CF4C-4B55-A74C-1571F313182A}" presName="FirstChild" presStyleLbl="revTx" presStyleIdx="2" presStyleCnt="13" custScaleX="101193" custScaleY="96064" custLinFactNeighborX="-816" custLinFactNeighborY="1304">
        <dgm:presLayoutVars>
          <dgm:chMax val="0"/>
          <dgm:chPref val="0"/>
          <dgm:bulletEnabled val="1"/>
        </dgm:presLayoutVars>
      </dgm:prSet>
      <dgm:spPr/>
    </dgm:pt>
    <dgm:pt modelId="{EC996EF1-7FA6-4BDA-A821-5236F8A38535}" type="pres">
      <dgm:prSet presAssocID="{C1C08C8A-CF4C-4B55-A74C-1571F313182A}" presName="Parent" presStyleLbl="alignNode1" presStyleIdx="2" presStyleCnt="13" custFlipHor="1" custScaleX="84951" custScaleY="68512" custLinFactNeighborX="-8134" custLinFactNeighborY="30482">
        <dgm:presLayoutVars>
          <dgm:chMax val="3"/>
          <dgm:chPref val="3"/>
          <dgm:bulletEnabled val="1"/>
        </dgm:presLayoutVars>
      </dgm:prSet>
      <dgm:spPr/>
    </dgm:pt>
    <dgm:pt modelId="{442F1010-56BF-4B71-AED0-45E0AD5948DC}" type="pres">
      <dgm:prSet presAssocID="{C1C08C8A-CF4C-4B55-A74C-1571F313182A}" presName="Accent" presStyleLbl="parChTrans1D1" presStyleIdx="2" presStyleCnt="13"/>
      <dgm:spPr/>
    </dgm:pt>
    <dgm:pt modelId="{56DFDFBF-8A45-4614-B635-42F1F8318E44}" type="pres">
      <dgm:prSet presAssocID="{5D055F1A-4AC3-468E-8F62-4891003A3096}" presName="sibTrans" presStyleCnt="0"/>
      <dgm:spPr/>
    </dgm:pt>
    <dgm:pt modelId="{D4C5690F-1230-472D-916B-0BF7DE1C8854}" type="pres">
      <dgm:prSet presAssocID="{D46A2325-2D91-40A2-BBA8-D38B99F4F785}" presName="composite" presStyleCnt="0"/>
      <dgm:spPr/>
    </dgm:pt>
    <dgm:pt modelId="{44305A57-EB8F-4BB8-B3E6-74794BE6121C}" type="pres">
      <dgm:prSet presAssocID="{D46A2325-2D91-40A2-BBA8-D38B99F4F785}" presName="FirstChild" presStyleLbl="revTx" presStyleIdx="3" presStyleCnt="13" custScaleX="101193" custScaleY="96064" custLinFactNeighborX="-816" custLinFactNeighborY="-134">
        <dgm:presLayoutVars>
          <dgm:chMax val="0"/>
          <dgm:chPref val="0"/>
          <dgm:bulletEnabled val="1"/>
        </dgm:presLayoutVars>
      </dgm:prSet>
      <dgm:spPr/>
    </dgm:pt>
    <dgm:pt modelId="{A3503C59-8781-45D0-B597-AFD703B4F966}" type="pres">
      <dgm:prSet presAssocID="{D46A2325-2D91-40A2-BBA8-D38B99F4F785}" presName="Parent" presStyleLbl="alignNode1" presStyleIdx="3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3342B81D-6F07-4A87-B2D5-A1D9B88FFB76}" type="pres">
      <dgm:prSet presAssocID="{D46A2325-2D91-40A2-BBA8-D38B99F4F785}" presName="Accent" presStyleLbl="parChTrans1D1" presStyleIdx="3" presStyleCnt="13"/>
      <dgm:spPr/>
    </dgm:pt>
    <dgm:pt modelId="{A2EE66D6-FD01-4DB0-814A-B16ACC77097B}" type="pres">
      <dgm:prSet presAssocID="{61A530B7-13E7-4DD6-8EEF-CE07E3779051}" presName="sibTrans" presStyleCnt="0"/>
      <dgm:spPr/>
    </dgm:pt>
    <dgm:pt modelId="{6BD5402A-A901-4C8B-91A3-BB73DA4E23C0}" type="pres">
      <dgm:prSet presAssocID="{F278A4E5-E849-465F-AE9F-4DA0CADF2FFF}" presName="composite" presStyleCnt="0"/>
      <dgm:spPr/>
    </dgm:pt>
    <dgm:pt modelId="{BAC86256-CDAC-4AFE-988F-2C1AFA74C117}" type="pres">
      <dgm:prSet presAssocID="{F278A4E5-E849-465F-AE9F-4DA0CADF2FFF}" presName="FirstChild" presStyleLbl="revTx" presStyleIdx="4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58BA3BAB-6045-48F6-AB1B-4B83BC59C537}" type="pres">
      <dgm:prSet presAssocID="{F278A4E5-E849-465F-AE9F-4DA0CADF2FFF}" presName="Parent" presStyleLbl="alignNode1" presStyleIdx="4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0677DFC4-A0F4-4988-8F3C-5F3BA819936C}" type="pres">
      <dgm:prSet presAssocID="{F278A4E5-E849-465F-AE9F-4DA0CADF2FFF}" presName="Accent" presStyleLbl="parChTrans1D1" presStyleIdx="4" presStyleCnt="13"/>
      <dgm:spPr/>
    </dgm:pt>
    <dgm:pt modelId="{CA20FC44-1150-4B72-9352-CB6078AFF9E8}" type="pres">
      <dgm:prSet presAssocID="{605E6A02-BD57-4631-BD8E-296642208E87}" presName="sibTrans" presStyleCnt="0"/>
      <dgm:spPr/>
    </dgm:pt>
    <dgm:pt modelId="{E3F21457-30D6-4B8B-AB13-53A348AA75B5}" type="pres">
      <dgm:prSet presAssocID="{883AAF9C-BAB7-472D-9811-AEB418B8290F}" presName="composite" presStyleCnt="0"/>
      <dgm:spPr/>
    </dgm:pt>
    <dgm:pt modelId="{B0D784A8-747A-4152-8D23-6E0D396D2EB2}" type="pres">
      <dgm:prSet presAssocID="{883AAF9C-BAB7-472D-9811-AEB418B8290F}" presName="FirstChild" presStyleLbl="revTx" presStyleIdx="5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44F2F750-94C8-48A2-B0E8-0C5F90CFBCC0}" type="pres">
      <dgm:prSet presAssocID="{883AAF9C-BAB7-472D-9811-AEB418B8290F}" presName="Parent" presStyleLbl="alignNode1" presStyleIdx="5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5294397E-292F-435A-B8C3-16568506A9CF}" type="pres">
      <dgm:prSet presAssocID="{883AAF9C-BAB7-472D-9811-AEB418B8290F}" presName="Accent" presStyleLbl="parChTrans1D1" presStyleIdx="5" presStyleCnt="13"/>
      <dgm:spPr/>
    </dgm:pt>
    <dgm:pt modelId="{43B3505E-8AAF-423F-8416-4A0B54053F61}" type="pres">
      <dgm:prSet presAssocID="{6EAC97A6-0BF6-4B52-9329-39F6155E39BC}" presName="sibTrans" presStyleCnt="0"/>
      <dgm:spPr/>
    </dgm:pt>
    <dgm:pt modelId="{84F546FA-2C08-4BBA-A41B-53B90E40C0EB}" type="pres">
      <dgm:prSet presAssocID="{A871C6A8-295B-4492-AB8B-93C616A9765B}" presName="composite" presStyleCnt="0"/>
      <dgm:spPr/>
    </dgm:pt>
    <dgm:pt modelId="{81DDDC51-A4D9-4722-9E62-7D2666B3636E}" type="pres">
      <dgm:prSet presAssocID="{A871C6A8-295B-4492-AB8B-93C616A9765B}" presName="FirstChild" presStyleLbl="revTx" presStyleIdx="6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6AB40F66-F50C-4E0D-AD94-4506648575B5}" type="pres">
      <dgm:prSet presAssocID="{A871C6A8-295B-4492-AB8B-93C616A9765B}" presName="Parent" presStyleLbl="alignNode1" presStyleIdx="6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E47D7E84-2659-4327-A19D-CC5B37269388}" type="pres">
      <dgm:prSet presAssocID="{A871C6A8-295B-4492-AB8B-93C616A9765B}" presName="Accent" presStyleLbl="parChTrans1D1" presStyleIdx="6" presStyleCnt="13"/>
      <dgm:spPr/>
    </dgm:pt>
    <dgm:pt modelId="{DF36F813-49DE-4314-AE82-4361A4B15922}" type="pres">
      <dgm:prSet presAssocID="{B63A34C8-309C-4471-9A0A-C8A676B61C2D}" presName="sibTrans" presStyleCnt="0"/>
      <dgm:spPr/>
    </dgm:pt>
    <dgm:pt modelId="{EFE668D8-5981-4D75-9406-883A58E577F6}" type="pres">
      <dgm:prSet presAssocID="{546EA88C-F876-44D3-8CCA-F301F0626988}" presName="composite" presStyleCnt="0"/>
      <dgm:spPr/>
    </dgm:pt>
    <dgm:pt modelId="{B579A223-E9EC-40E3-B01D-0F3E26A0A319}" type="pres">
      <dgm:prSet presAssocID="{546EA88C-F876-44D3-8CCA-F301F0626988}" presName="FirstChild" presStyleLbl="revTx" presStyleIdx="7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1FEF1F37-6E00-4033-9597-DAF44150FF9C}" type="pres">
      <dgm:prSet presAssocID="{546EA88C-F876-44D3-8CCA-F301F0626988}" presName="Parent" presStyleLbl="alignNode1" presStyleIdx="7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CF332152-B6E0-47A8-B6E2-80385A9F8BCD}" type="pres">
      <dgm:prSet presAssocID="{546EA88C-F876-44D3-8CCA-F301F0626988}" presName="Accent" presStyleLbl="parChTrans1D1" presStyleIdx="7" presStyleCnt="13"/>
      <dgm:spPr/>
    </dgm:pt>
    <dgm:pt modelId="{E31CFDE0-2F56-4C7F-9C73-A9234EC03FAF}" type="pres">
      <dgm:prSet presAssocID="{24256A72-9605-4DBC-84BD-A3EBBF3845B8}" presName="sibTrans" presStyleCnt="0"/>
      <dgm:spPr/>
    </dgm:pt>
    <dgm:pt modelId="{0A66B5F6-4138-4D9C-9D7C-01AA7F6ABBDF}" type="pres">
      <dgm:prSet presAssocID="{A33EFC32-CCC4-439B-902D-F35DCF5C9B4B}" presName="composite" presStyleCnt="0"/>
      <dgm:spPr/>
    </dgm:pt>
    <dgm:pt modelId="{C80CA349-2D54-4171-9400-80EB3169331C}" type="pres">
      <dgm:prSet presAssocID="{A33EFC32-CCC4-439B-902D-F35DCF5C9B4B}" presName="FirstChild" presStyleLbl="revTx" presStyleIdx="8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4720F688-FB12-4F44-B241-D1F77601B462}" type="pres">
      <dgm:prSet presAssocID="{A33EFC32-CCC4-439B-902D-F35DCF5C9B4B}" presName="Parent" presStyleLbl="alignNode1" presStyleIdx="8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0D6473E6-8C56-4616-84A8-60B19B40A2F1}" type="pres">
      <dgm:prSet presAssocID="{A33EFC32-CCC4-439B-902D-F35DCF5C9B4B}" presName="Accent" presStyleLbl="parChTrans1D1" presStyleIdx="8" presStyleCnt="13"/>
      <dgm:spPr/>
    </dgm:pt>
    <dgm:pt modelId="{34D2EBCE-BDD9-4DBD-BBB9-517CFAE7D8CA}" type="pres">
      <dgm:prSet presAssocID="{F27CEF22-83FF-4C7D-BEDB-70E0723D4AE7}" presName="sibTrans" presStyleCnt="0"/>
      <dgm:spPr/>
    </dgm:pt>
    <dgm:pt modelId="{27271D81-B4B3-45FA-9455-CC0CE5F5041B}" type="pres">
      <dgm:prSet presAssocID="{F4651D78-3743-4C38-9C82-CACA47C17637}" presName="composite" presStyleCnt="0"/>
      <dgm:spPr/>
    </dgm:pt>
    <dgm:pt modelId="{717E9721-E792-4977-805E-F705680E4D96}" type="pres">
      <dgm:prSet presAssocID="{F4651D78-3743-4C38-9C82-CACA47C17637}" presName="FirstChild" presStyleLbl="revTx" presStyleIdx="9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7ADE2814-B7C3-4A8F-8B1B-ED905CB2F8C5}" type="pres">
      <dgm:prSet presAssocID="{F4651D78-3743-4C38-9C82-CACA47C17637}" presName="Parent" presStyleLbl="alignNode1" presStyleIdx="9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78CB205E-18F0-4F45-BADC-335A4A200A73}" type="pres">
      <dgm:prSet presAssocID="{F4651D78-3743-4C38-9C82-CACA47C17637}" presName="Accent" presStyleLbl="parChTrans1D1" presStyleIdx="9" presStyleCnt="13"/>
      <dgm:spPr/>
    </dgm:pt>
    <dgm:pt modelId="{8292C2F5-97E3-44E7-A73D-8A637338E0DE}" type="pres">
      <dgm:prSet presAssocID="{2809DC83-F05B-4847-8ACD-CC6978FEF3C7}" presName="sibTrans" presStyleCnt="0"/>
      <dgm:spPr/>
    </dgm:pt>
    <dgm:pt modelId="{97078DAB-5FB2-4B9B-98D6-41A2C8DAFA49}" type="pres">
      <dgm:prSet presAssocID="{3E1EE923-1F61-4A41-BCE9-3CD8E66795C3}" presName="composite" presStyleCnt="0"/>
      <dgm:spPr/>
    </dgm:pt>
    <dgm:pt modelId="{B71F94DE-7270-4550-A35A-287051E43AD8}" type="pres">
      <dgm:prSet presAssocID="{3E1EE923-1F61-4A41-BCE9-3CD8E66795C3}" presName="FirstChild" presStyleLbl="revTx" presStyleIdx="10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21CBB10F-CD0B-4ED0-949A-C41CCADB0E57}" type="pres">
      <dgm:prSet presAssocID="{3E1EE923-1F61-4A41-BCE9-3CD8E66795C3}" presName="Parent" presStyleLbl="alignNode1" presStyleIdx="10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6828E89E-B5F3-41BB-B4E3-2DE12A141A8C}" type="pres">
      <dgm:prSet presAssocID="{3E1EE923-1F61-4A41-BCE9-3CD8E66795C3}" presName="Accent" presStyleLbl="parChTrans1D1" presStyleIdx="10" presStyleCnt="13"/>
      <dgm:spPr/>
    </dgm:pt>
    <dgm:pt modelId="{23B94D3D-AE31-4E4E-9473-547AE55353D2}" type="pres">
      <dgm:prSet presAssocID="{7D13A9FD-2DDC-4EB9-9471-68A3798B0148}" presName="sibTrans" presStyleCnt="0"/>
      <dgm:spPr/>
    </dgm:pt>
    <dgm:pt modelId="{82ED1E8B-23AC-421A-8942-3FB4154C95DC}" type="pres">
      <dgm:prSet presAssocID="{7E32FC10-DB1C-4A33-9C7B-120ADBA8E624}" presName="composite" presStyleCnt="0"/>
      <dgm:spPr/>
    </dgm:pt>
    <dgm:pt modelId="{D559B2FE-5152-4935-A98A-A6712657A524}" type="pres">
      <dgm:prSet presAssocID="{7E32FC10-DB1C-4A33-9C7B-120ADBA8E624}" presName="FirstChild" presStyleLbl="revTx" presStyleIdx="11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FD39B230-F7DB-4C43-8EFD-007A9986B611}" type="pres">
      <dgm:prSet presAssocID="{7E32FC10-DB1C-4A33-9C7B-120ADBA8E624}" presName="Parent" presStyleLbl="alignNode1" presStyleIdx="11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67868D8C-3E30-4BD5-9F36-C4848326CC67}" type="pres">
      <dgm:prSet presAssocID="{7E32FC10-DB1C-4A33-9C7B-120ADBA8E624}" presName="Accent" presStyleLbl="parChTrans1D1" presStyleIdx="11" presStyleCnt="13"/>
      <dgm:spPr/>
    </dgm:pt>
    <dgm:pt modelId="{CA667288-495F-40D8-B96F-34BC0D03EDC0}" type="pres">
      <dgm:prSet presAssocID="{DE4A1B83-69D1-4679-9170-569DA7265794}" presName="sibTrans" presStyleCnt="0"/>
      <dgm:spPr/>
    </dgm:pt>
    <dgm:pt modelId="{1B0F64C4-AE48-4591-B2D2-22AFA2FE2708}" type="pres">
      <dgm:prSet presAssocID="{BCA78AA0-DCBF-48E9-A23C-F9AF4F6E9650}" presName="composite" presStyleCnt="0"/>
      <dgm:spPr/>
    </dgm:pt>
    <dgm:pt modelId="{A9707BF5-6B01-4583-96DD-6271CCFC531B}" type="pres">
      <dgm:prSet presAssocID="{BCA78AA0-DCBF-48E9-A23C-F9AF4F6E9650}" presName="FirstChild" presStyleLbl="revTx" presStyleIdx="12" presStyleCnt="13" custScaleX="99940" custLinFactNeighborX="-1498">
        <dgm:presLayoutVars>
          <dgm:chMax val="0"/>
          <dgm:chPref val="0"/>
          <dgm:bulletEnabled val="1"/>
        </dgm:presLayoutVars>
      </dgm:prSet>
      <dgm:spPr/>
    </dgm:pt>
    <dgm:pt modelId="{0BB6BAC2-AF65-4357-BD4E-B8EE2290BA1F}" type="pres">
      <dgm:prSet presAssocID="{BCA78AA0-DCBF-48E9-A23C-F9AF4F6E9650}" presName="Parent" presStyleLbl="alignNode1" presStyleIdx="12" presStyleCnt="13" custFlipHor="1" custScaleX="86036" custScaleY="68512" custLinFactNeighborX="-7592" custLinFactNeighborY="30487">
        <dgm:presLayoutVars>
          <dgm:chMax val="3"/>
          <dgm:chPref val="3"/>
          <dgm:bulletEnabled val="1"/>
        </dgm:presLayoutVars>
      </dgm:prSet>
      <dgm:spPr/>
    </dgm:pt>
    <dgm:pt modelId="{9950510B-7424-451A-9B91-CF97661F836B}" type="pres">
      <dgm:prSet presAssocID="{BCA78AA0-DCBF-48E9-A23C-F9AF4F6E9650}" presName="Accent" presStyleLbl="parChTrans1D1" presStyleIdx="12" presStyleCnt="13"/>
      <dgm:spPr/>
    </dgm:pt>
  </dgm:ptLst>
  <dgm:cxnLst>
    <dgm:cxn modelId="{F166EC02-0B07-42B7-BE7B-279E64CFCD65}" type="presOf" srcId="{DBD766FE-5A69-45F2-BFE9-21E7EF2241AC}" destId="{99D317FF-C8C7-4983-B405-46D93E3BEAAD}" srcOrd="0" destOrd="0" presId="urn:microsoft.com/office/officeart/2011/layout/TabList"/>
    <dgm:cxn modelId="{40B54B08-7A63-4BF6-92B5-1E9EBDAEEE6D}" srcId="{7C35F87F-65EA-4260-BA02-D20CE5D1687C}" destId="{3E82A4D9-4551-43EF-A38E-29FC7B55AC4A}" srcOrd="0" destOrd="0" parTransId="{567FA059-A424-495A-AE9F-A45C007C255E}" sibTransId="{A51F597D-4EDF-4AE5-AC3F-2F15518CF153}"/>
    <dgm:cxn modelId="{4719210E-BFF0-4DB2-97A4-5EB23DABDB1F}" type="presOf" srcId="{D88B33D5-C23C-4D29-A9BA-76EB65F74A81}" destId="{4FC8C131-B4AB-4C92-B1A5-06393A3A86CE}" srcOrd="0" destOrd="0" presId="urn:microsoft.com/office/officeart/2011/layout/TabList"/>
    <dgm:cxn modelId="{B445210E-AA04-47E9-B392-7026BE219B05}" type="presOf" srcId="{564E092F-FD0C-42BD-A042-EAD4917966CA}" destId="{C80CA349-2D54-4171-9400-80EB3169331C}" srcOrd="0" destOrd="0" presId="urn:microsoft.com/office/officeart/2011/layout/TabList"/>
    <dgm:cxn modelId="{A5F5BE13-415A-44C8-BFE5-FEE763B5D25D}" srcId="{F4651D78-3743-4C38-9C82-CACA47C17637}" destId="{D8808C3F-F7B4-46A9-8AFB-A7A4FEF6A761}" srcOrd="0" destOrd="0" parTransId="{FAAF77A2-7906-4316-BED1-1AFF3F37274F}" sibTransId="{0E1C68D9-F5F7-4776-BE07-63ACB8F428D7}"/>
    <dgm:cxn modelId="{85B31C1C-3FE1-438A-988C-063D535335EF}" type="presOf" srcId="{3E82A4D9-4551-43EF-A38E-29FC7B55AC4A}" destId="{C299DB3A-CAAD-4F91-9665-EDA83E99959B}" srcOrd="0" destOrd="0" presId="urn:microsoft.com/office/officeart/2011/layout/TabList"/>
    <dgm:cxn modelId="{8E756F21-B180-4D91-87DF-D5A8D9E389E2}" type="presOf" srcId="{2996A193-3472-4E58-A1BE-15E9EB73A885}" destId="{B0D784A8-747A-4152-8D23-6E0D396D2EB2}" srcOrd="0" destOrd="0" presId="urn:microsoft.com/office/officeart/2011/layout/TabList"/>
    <dgm:cxn modelId="{1E947623-F1A0-455B-8FC7-9BA4D5BD3897}" srcId="{A871C6A8-295B-4492-AB8B-93C616A9765B}" destId="{70787E6D-B1E2-41D9-A91E-40B5740169A3}" srcOrd="0" destOrd="0" parTransId="{A42D852C-C89C-4155-8E0E-9E963F1C31C6}" sibTransId="{FECA737C-0EE1-4FD6-A16B-64C31105BB00}"/>
    <dgm:cxn modelId="{6EE1EC25-27F8-495E-8A14-7697A65563EE}" type="presOf" srcId="{F278A4E5-E849-465F-AE9F-4DA0CADF2FFF}" destId="{58BA3BAB-6045-48F6-AB1B-4B83BC59C537}" srcOrd="0" destOrd="0" presId="urn:microsoft.com/office/officeart/2011/layout/TabList"/>
    <dgm:cxn modelId="{6FCEBD2E-D2E4-43FA-90D3-52C80ECD17F4}" srcId="{89945925-388A-4FD7-86CC-25B3856B9960}" destId="{7E32FC10-DB1C-4A33-9C7B-120ADBA8E624}" srcOrd="11" destOrd="0" parTransId="{3FD875D4-5FAB-45E5-8A0C-DFD7B91FF0C6}" sibTransId="{DE4A1B83-69D1-4679-9170-569DA7265794}"/>
    <dgm:cxn modelId="{182F3733-0285-4295-A323-1F3035E17E7A}" srcId="{89945925-388A-4FD7-86CC-25B3856B9960}" destId="{883AAF9C-BAB7-472D-9811-AEB418B8290F}" srcOrd="5" destOrd="0" parTransId="{EFCC70FB-4DA1-4BF3-9DCF-7EC4B8FB9D76}" sibTransId="{6EAC97A6-0BF6-4B52-9329-39F6155E39BC}"/>
    <dgm:cxn modelId="{4FC5F639-EB18-4003-B39C-9B007EF4A4C8}" srcId="{883AAF9C-BAB7-472D-9811-AEB418B8290F}" destId="{2996A193-3472-4E58-A1BE-15E9EB73A885}" srcOrd="0" destOrd="0" parTransId="{2A87BC5C-911D-474C-9554-FB56B10A7500}" sibTransId="{40E5E260-3D69-4780-A790-2301000FC94E}"/>
    <dgm:cxn modelId="{CAA2613D-56B0-4167-AF23-7EF103E2A331}" type="presOf" srcId="{89945925-388A-4FD7-86CC-25B3856B9960}" destId="{391AD1FA-6750-438B-810E-28F8145F5C6E}" srcOrd="0" destOrd="0" presId="urn:microsoft.com/office/officeart/2011/layout/TabList"/>
    <dgm:cxn modelId="{14BAFC3D-B665-4F94-8BC3-12AC28E6300A}" srcId="{89945925-388A-4FD7-86CC-25B3856B9960}" destId="{546EA88C-F876-44D3-8CCA-F301F0626988}" srcOrd="7" destOrd="0" parTransId="{8D6E79C1-FF53-4121-9A41-492D66D98112}" sibTransId="{24256A72-9605-4DBC-84BD-A3EBBF3845B8}"/>
    <dgm:cxn modelId="{18367D3E-D849-4415-9C7E-5EFEB8A2DE90}" srcId="{C1C08C8A-CF4C-4B55-A74C-1571F313182A}" destId="{BE36343B-2E57-4238-B57B-30E2647F5370}" srcOrd="0" destOrd="0" parTransId="{94BE6767-F488-4872-AB3D-39F6FFD72302}" sibTransId="{2B695977-E2F5-4D4D-A000-95798A5E12EA}"/>
    <dgm:cxn modelId="{112F863E-898B-4725-A087-E765442444F9}" srcId="{F278A4E5-E849-465F-AE9F-4DA0CADF2FFF}" destId="{A677675F-1C5A-4F8A-AEBE-532D1CCBD9D3}" srcOrd="0" destOrd="0" parTransId="{47CED624-5BEC-4712-917F-08E99364675F}" sibTransId="{3FFFA3ED-12AB-4B95-9343-C18B860DA299}"/>
    <dgm:cxn modelId="{2635BB3F-5773-4913-975E-21F800E634BB}" srcId="{89945925-388A-4FD7-86CC-25B3856B9960}" destId="{A871C6A8-295B-4492-AB8B-93C616A9765B}" srcOrd="6" destOrd="0" parTransId="{E41081B3-93B1-47A6-A679-0094D37D92DB}" sibTransId="{B63A34C8-309C-4471-9A0A-C8A676B61C2D}"/>
    <dgm:cxn modelId="{DC724645-CF97-4562-8C81-99C355195F6F}" type="presOf" srcId="{883AAF9C-BAB7-472D-9811-AEB418B8290F}" destId="{44F2F750-94C8-48A2-B0E8-0C5F90CFBCC0}" srcOrd="0" destOrd="0" presId="urn:microsoft.com/office/officeart/2011/layout/TabList"/>
    <dgm:cxn modelId="{514B7C46-DE4A-42C9-B27E-5F662EDCE287}" srcId="{A33EFC32-CCC4-439B-902D-F35DCF5C9B4B}" destId="{564E092F-FD0C-42BD-A042-EAD4917966CA}" srcOrd="0" destOrd="0" parTransId="{16560FB8-6A75-427E-AA39-80ABC33CC690}" sibTransId="{95925CB8-56E6-4137-9A3A-F5557ED359C0}"/>
    <dgm:cxn modelId="{29A11E6D-4D41-4387-8A64-8BD681E93CFD}" srcId="{DBD766FE-5A69-45F2-BFE9-21E7EF2241AC}" destId="{D88B33D5-C23C-4D29-A9BA-76EB65F74A81}" srcOrd="0" destOrd="0" parTransId="{55D0398E-5717-4A62-81A4-CB3FB12F9BBC}" sibTransId="{D4907E0D-9969-4B6E-879C-D352E5F503F9}"/>
    <dgm:cxn modelId="{E931EC4F-86C7-45DA-947E-6F476457CA3B}" type="presOf" srcId="{546EA88C-F876-44D3-8CCA-F301F0626988}" destId="{1FEF1F37-6E00-4033-9597-DAF44150FF9C}" srcOrd="0" destOrd="0" presId="urn:microsoft.com/office/officeart/2011/layout/TabList"/>
    <dgm:cxn modelId="{A9C61454-A1E4-429A-BD04-A724B24BCD47}" type="presOf" srcId="{CE8BD703-ECB9-490F-BF0E-869B8344A025}" destId="{B71F94DE-7270-4550-A35A-287051E43AD8}" srcOrd="0" destOrd="0" presId="urn:microsoft.com/office/officeart/2011/layout/TabList"/>
    <dgm:cxn modelId="{F8624056-2159-419B-9330-E0F84C5159AC}" srcId="{D46A2325-2D91-40A2-BBA8-D38B99F4F785}" destId="{CEF67F5C-E14D-419D-BA58-7359F70F8240}" srcOrd="0" destOrd="0" parTransId="{D6E90A63-B26B-438E-A54E-EB6A9C261E00}" sibTransId="{28534DDD-068A-4DC4-A8D2-33E49224CC29}"/>
    <dgm:cxn modelId="{9061FF76-F69F-45CC-B3B3-E876FC162F3D}" srcId="{546EA88C-F876-44D3-8CCA-F301F0626988}" destId="{9BFD0612-C3D4-4F34-8257-A374834984CE}" srcOrd="0" destOrd="0" parTransId="{F04F8180-2027-47C5-B75B-EB42128AC80A}" sibTransId="{370A41A6-8F4A-4EE5-8E87-FF5109726516}"/>
    <dgm:cxn modelId="{2106B977-416B-46C9-99CF-C3F7FA0FE5C5}" type="presOf" srcId="{A677675F-1C5A-4F8A-AEBE-532D1CCBD9D3}" destId="{BAC86256-CDAC-4AFE-988F-2C1AFA74C117}" srcOrd="0" destOrd="0" presId="urn:microsoft.com/office/officeart/2011/layout/TabList"/>
    <dgm:cxn modelId="{243DE457-CB20-41F2-AE45-23E35D8CA506}" type="presOf" srcId="{C1C08C8A-CF4C-4B55-A74C-1571F313182A}" destId="{EC996EF1-7FA6-4BDA-A821-5236F8A38535}" srcOrd="0" destOrd="0" presId="urn:microsoft.com/office/officeart/2011/layout/TabList"/>
    <dgm:cxn modelId="{03FB1359-4E7E-485A-8946-A6A76C3C0A2D}" type="presOf" srcId="{A871C6A8-295B-4492-AB8B-93C616A9765B}" destId="{6AB40F66-F50C-4E0D-AD94-4506648575B5}" srcOrd="0" destOrd="0" presId="urn:microsoft.com/office/officeart/2011/layout/TabList"/>
    <dgm:cxn modelId="{CBE0917F-2664-4EFF-9138-73474E9FF11C}" srcId="{89945925-388A-4FD7-86CC-25B3856B9960}" destId="{DBD766FE-5A69-45F2-BFE9-21E7EF2241AC}" srcOrd="1" destOrd="0" parTransId="{780A2661-34A3-4147-A5D5-783D72BA7D04}" sibTransId="{CE540137-66F6-46BD-9E4D-3D23073005D3}"/>
    <dgm:cxn modelId="{D08DE785-40B4-4053-A96F-A6C2BEF6A925}" type="presOf" srcId="{A33EFC32-CCC4-439B-902D-F35DCF5C9B4B}" destId="{4720F688-FB12-4F44-B241-D1F77601B462}" srcOrd="0" destOrd="0" presId="urn:microsoft.com/office/officeart/2011/layout/TabList"/>
    <dgm:cxn modelId="{F8CEFB8C-17D2-4526-8B3E-B570328EE4AD}" srcId="{89945925-388A-4FD7-86CC-25B3856B9960}" destId="{BCA78AA0-DCBF-48E9-A23C-F9AF4F6E9650}" srcOrd="12" destOrd="0" parTransId="{0C8F78A0-0F1E-4E8F-B309-9762C4A31A55}" sibTransId="{36FC273C-C3DD-4A4A-9171-83E983B382CF}"/>
    <dgm:cxn modelId="{3878318D-D1CC-40C7-8DE8-253E61645ADC}" srcId="{89945925-388A-4FD7-86CC-25B3856B9960}" destId="{D46A2325-2D91-40A2-BBA8-D38B99F4F785}" srcOrd="3" destOrd="0" parTransId="{850DE6E5-643C-4CE4-B672-9E9104A1EDC8}" sibTransId="{61A530B7-13E7-4DD6-8EEF-CE07E3779051}"/>
    <dgm:cxn modelId="{265084A2-4476-4530-8623-1AFB098EB4DA}" srcId="{89945925-388A-4FD7-86CC-25B3856B9960}" destId="{F4651D78-3743-4C38-9C82-CACA47C17637}" srcOrd="9" destOrd="0" parTransId="{040F097A-AC7F-4F55-876F-1E4D57834937}" sibTransId="{2809DC83-F05B-4847-8ACD-CC6978FEF3C7}"/>
    <dgm:cxn modelId="{61F8BCA3-9C7A-419C-A321-FFEA805605D7}" type="presOf" srcId="{3E1EE923-1F61-4A41-BCE9-3CD8E66795C3}" destId="{21CBB10F-CD0B-4ED0-949A-C41CCADB0E57}" srcOrd="0" destOrd="0" presId="urn:microsoft.com/office/officeart/2011/layout/TabList"/>
    <dgm:cxn modelId="{04948AA6-BAAF-4718-B0A7-10AD530E15FD}" type="presOf" srcId="{7531415C-078D-4006-AC94-C5C14934FBF7}" destId="{D559B2FE-5152-4935-A98A-A6712657A524}" srcOrd="0" destOrd="0" presId="urn:microsoft.com/office/officeart/2011/layout/TabList"/>
    <dgm:cxn modelId="{DE0867A8-AA2C-4798-AF29-7EC81C67A9F9}" type="presOf" srcId="{70787E6D-B1E2-41D9-A91E-40B5740169A3}" destId="{81DDDC51-A4D9-4722-9E62-7D2666B3636E}" srcOrd="0" destOrd="0" presId="urn:microsoft.com/office/officeart/2011/layout/TabList"/>
    <dgm:cxn modelId="{E433A3B0-0314-46BF-8767-E64497DA62FF}" srcId="{89945925-388A-4FD7-86CC-25B3856B9960}" destId="{C1C08C8A-CF4C-4B55-A74C-1571F313182A}" srcOrd="2" destOrd="0" parTransId="{BE85AAE1-944B-4E7D-A4C2-FC3E142351E4}" sibTransId="{5D055F1A-4AC3-468E-8F62-4891003A3096}"/>
    <dgm:cxn modelId="{0D9B58B2-182A-4B4C-9E06-C1D0572989F6}" type="presOf" srcId="{BE36343B-2E57-4238-B57B-30E2647F5370}" destId="{2D21A57E-72D2-498D-BCFC-FC05EC793D51}" srcOrd="0" destOrd="0" presId="urn:microsoft.com/office/officeart/2011/layout/TabList"/>
    <dgm:cxn modelId="{673D45B4-DD0C-47D3-B36D-2096CFC392A6}" srcId="{89945925-388A-4FD7-86CC-25B3856B9960}" destId="{A33EFC32-CCC4-439B-902D-F35DCF5C9B4B}" srcOrd="8" destOrd="0" parTransId="{10385678-D79F-4A71-A7C8-0795FA80C199}" sibTransId="{F27CEF22-83FF-4C7D-BEDB-70E0723D4AE7}"/>
    <dgm:cxn modelId="{4E009BBC-474A-4306-92ED-DB15149B0D5C}" type="presOf" srcId="{7C35F87F-65EA-4260-BA02-D20CE5D1687C}" destId="{E47A2CB7-21E4-4882-8BBD-6C68A80280B7}" srcOrd="0" destOrd="0" presId="urn:microsoft.com/office/officeart/2011/layout/TabList"/>
    <dgm:cxn modelId="{F4379AC7-1E69-42C5-AAF2-230CF2B6BF3A}" srcId="{89945925-388A-4FD7-86CC-25B3856B9960}" destId="{F278A4E5-E849-465F-AE9F-4DA0CADF2FFF}" srcOrd="4" destOrd="0" parTransId="{C23C7471-334A-434B-B555-C98AD806196A}" sibTransId="{605E6A02-BD57-4631-BD8E-296642208E87}"/>
    <dgm:cxn modelId="{23F644C8-E613-4588-A37D-D86AE0478E63}" type="presOf" srcId="{CEF67F5C-E14D-419D-BA58-7359F70F8240}" destId="{44305A57-EB8F-4BB8-B3E6-74794BE6121C}" srcOrd="0" destOrd="0" presId="urn:microsoft.com/office/officeart/2011/layout/TabList"/>
    <dgm:cxn modelId="{91B280CB-E04A-41C5-B23B-AB98D2F6B1DA}" srcId="{89945925-388A-4FD7-86CC-25B3856B9960}" destId="{3E1EE923-1F61-4A41-BCE9-3CD8E66795C3}" srcOrd="10" destOrd="0" parTransId="{BF48BA8D-A054-4EF6-A80F-E516AA50D852}" sibTransId="{7D13A9FD-2DDC-4EB9-9471-68A3798B0148}"/>
    <dgm:cxn modelId="{6004C5CD-08DA-47A1-AE5E-7F8551489CE2}" srcId="{7E32FC10-DB1C-4A33-9C7B-120ADBA8E624}" destId="{7531415C-078D-4006-AC94-C5C14934FBF7}" srcOrd="0" destOrd="0" parTransId="{4C1AB381-00AA-49AA-B9D2-2309D775DA25}" sibTransId="{5422FC4F-7437-4E8B-93A1-DB42077A27B5}"/>
    <dgm:cxn modelId="{BFFF1ED4-FE04-4ABD-92F8-71BCD5755A2A}" type="presOf" srcId="{93E05614-B1CF-42AF-BB63-8E12C87011F3}" destId="{A9707BF5-6B01-4583-96DD-6271CCFC531B}" srcOrd="0" destOrd="0" presId="urn:microsoft.com/office/officeart/2011/layout/TabList"/>
    <dgm:cxn modelId="{58C1D7D5-0306-4B52-9885-738A1046567E}" type="presOf" srcId="{F4651D78-3743-4C38-9C82-CACA47C17637}" destId="{7ADE2814-B7C3-4A8F-8B1B-ED905CB2F8C5}" srcOrd="0" destOrd="0" presId="urn:microsoft.com/office/officeart/2011/layout/TabList"/>
    <dgm:cxn modelId="{5F6467D7-9A1C-41D1-B561-654439FE43AA}" srcId="{BCA78AA0-DCBF-48E9-A23C-F9AF4F6E9650}" destId="{93E05614-B1CF-42AF-BB63-8E12C87011F3}" srcOrd="0" destOrd="0" parTransId="{DD1D25BB-04BE-46A4-A52B-58588F5E17CB}" sibTransId="{55235C1A-DB37-447A-B9EA-73CBA5F8AAA2}"/>
    <dgm:cxn modelId="{B6919BD7-57C8-4192-8838-758B8C9166FE}" type="presOf" srcId="{BCA78AA0-DCBF-48E9-A23C-F9AF4F6E9650}" destId="{0BB6BAC2-AF65-4357-BD4E-B8EE2290BA1F}" srcOrd="0" destOrd="0" presId="urn:microsoft.com/office/officeart/2011/layout/TabList"/>
    <dgm:cxn modelId="{9531A6D7-E1C6-4DA8-B24B-35EBCD991EAC}" type="presOf" srcId="{9BFD0612-C3D4-4F34-8257-A374834984CE}" destId="{B579A223-E9EC-40E3-B01D-0F3E26A0A319}" srcOrd="0" destOrd="0" presId="urn:microsoft.com/office/officeart/2011/layout/TabList"/>
    <dgm:cxn modelId="{9FB099E6-F966-4D3D-ACE5-BEB7A73E5504}" srcId="{3E1EE923-1F61-4A41-BCE9-3CD8E66795C3}" destId="{CE8BD703-ECB9-490F-BF0E-869B8344A025}" srcOrd="0" destOrd="0" parTransId="{E4B1036F-6CD5-4617-9EBC-A2B0FF06E9DD}" sibTransId="{F6460B84-9764-4F94-88D8-B8CDDF7450F9}"/>
    <dgm:cxn modelId="{D56F63EF-5AAF-4FD2-B79D-B97B055ABD46}" type="presOf" srcId="{D8808C3F-F7B4-46A9-8AFB-A7A4FEF6A761}" destId="{717E9721-E792-4977-805E-F705680E4D96}" srcOrd="0" destOrd="0" presId="urn:microsoft.com/office/officeart/2011/layout/TabList"/>
    <dgm:cxn modelId="{D8D468F0-1769-4DE5-A63B-03994A09D027}" srcId="{89945925-388A-4FD7-86CC-25B3856B9960}" destId="{7C35F87F-65EA-4260-BA02-D20CE5D1687C}" srcOrd="0" destOrd="0" parTransId="{3E9DDF31-6339-4B11-8B44-832A543D1B48}" sibTransId="{EA33064B-F165-4042-9319-26BB34A6A302}"/>
    <dgm:cxn modelId="{9B01C6F7-792B-45F6-A1FC-3D7DD4991577}" type="presOf" srcId="{7E32FC10-DB1C-4A33-9C7B-120ADBA8E624}" destId="{FD39B230-F7DB-4C43-8EFD-007A9986B611}" srcOrd="0" destOrd="0" presId="urn:microsoft.com/office/officeart/2011/layout/TabList"/>
    <dgm:cxn modelId="{2B4BDEFF-BE50-47C8-928C-6AFDFD71F493}" type="presOf" srcId="{D46A2325-2D91-40A2-BBA8-D38B99F4F785}" destId="{A3503C59-8781-45D0-B597-AFD703B4F966}" srcOrd="0" destOrd="0" presId="urn:microsoft.com/office/officeart/2011/layout/TabList"/>
    <dgm:cxn modelId="{DE3E2081-A962-4BE1-86FF-A11D1608F2F0}" type="presParOf" srcId="{391AD1FA-6750-438B-810E-28F8145F5C6E}" destId="{9504E2B0-9D52-4EAA-AAD3-D4FD0B3D3E7D}" srcOrd="0" destOrd="0" presId="urn:microsoft.com/office/officeart/2011/layout/TabList"/>
    <dgm:cxn modelId="{A08EE95C-A7AD-4C59-8B71-5BB32ADD0857}" type="presParOf" srcId="{9504E2B0-9D52-4EAA-AAD3-D4FD0B3D3E7D}" destId="{C299DB3A-CAAD-4F91-9665-EDA83E99959B}" srcOrd="0" destOrd="0" presId="urn:microsoft.com/office/officeart/2011/layout/TabList"/>
    <dgm:cxn modelId="{79261EB1-E31B-4A23-86DD-A547BC380960}" type="presParOf" srcId="{9504E2B0-9D52-4EAA-AAD3-D4FD0B3D3E7D}" destId="{E47A2CB7-21E4-4882-8BBD-6C68A80280B7}" srcOrd="1" destOrd="0" presId="urn:microsoft.com/office/officeart/2011/layout/TabList"/>
    <dgm:cxn modelId="{D45A0C04-221B-4EF4-977E-CB49A4832335}" type="presParOf" srcId="{9504E2B0-9D52-4EAA-AAD3-D4FD0B3D3E7D}" destId="{217A34C0-2516-4B35-BAE1-C7E04407F2A4}" srcOrd="2" destOrd="0" presId="urn:microsoft.com/office/officeart/2011/layout/TabList"/>
    <dgm:cxn modelId="{BA391955-0E63-4455-BD47-D10D4B2C869C}" type="presParOf" srcId="{391AD1FA-6750-438B-810E-28F8145F5C6E}" destId="{8A7EAF95-CEBE-4F9F-A644-66A80B5F984F}" srcOrd="1" destOrd="0" presId="urn:microsoft.com/office/officeart/2011/layout/TabList"/>
    <dgm:cxn modelId="{CD5B5E18-E84C-4DE2-B765-AC3707244D92}" type="presParOf" srcId="{391AD1FA-6750-438B-810E-28F8145F5C6E}" destId="{0041AD39-9CEA-4D4D-B164-384C9804015F}" srcOrd="2" destOrd="0" presId="urn:microsoft.com/office/officeart/2011/layout/TabList"/>
    <dgm:cxn modelId="{73B6374C-04EA-45FB-8869-7538A6DC850A}" type="presParOf" srcId="{0041AD39-9CEA-4D4D-B164-384C9804015F}" destId="{4FC8C131-B4AB-4C92-B1A5-06393A3A86CE}" srcOrd="0" destOrd="0" presId="urn:microsoft.com/office/officeart/2011/layout/TabList"/>
    <dgm:cxn modelId="{F478C92B-72CE-4017-8888-934FEE286D33}" type="presParOf" srcId="{0041AD39-9CEA-4D4D-B164-384C9804015F}" destId="{99D317FF-C8C7-4983-B405-46D93E3BEAAD}" srcOrd="1" destOrd="0" presId="urn:microsoft.com/office/officeart/2011/layout/TabList"/>
    <dgm:cxn modelId="{E02E1159-53FE-4B7C-BD49-E94BF6974506}" type="presParOf" srcId="{0041AD39-9CEA-4D4D-B164-384C9804015F}" destId="{1F6C5805-18C9-4997-BDB4-5F60834BE89E}" srcOrd="2" destOrd="0" presId="urn:microsoft.com/office/officeart/2011/layout/TabList"/>
    <dgm:cxn modelId="{320F0690-B7E4-48C7-9FC0-AAB1B18351DB}" type="presParOf" srcId="{391AD1FA-6750-438B-810E-28F8145F5C6E}" destId="{8D792EA1-7603-410C-9CAC-9FC8E63CDAF5}" srcOrd="3" destOrd="0" presId="urn:microsoft.com/office/officeart/2011/layout/TabList"/>
    <dgm:cxn modelId="{61220539-6912-469B-91AB-973C68022380}" type="presParOf" srcId="{391AD1FA-6750-438B-810E-28F8145F5C6E}" destId="{38FCE4BD-6013-4DCE-B445-B3B19242DF44}" srcOrd="4" destOrd="0" presId="urn:microsoft.com/office/officeart/2011/layout/TabList"/>
    <dgm:cxn modelId="{8E8404D8-4EE7-4AC7-9F33-FBEB34AB8108}" type="presParOf" srcId="{38FCE4BD-6013-4DCE-B445-B3B19242DF44}" destId="{2D21A57E-72D2-498D-BCFC-FC05EC793D51}" srcOrd="0" destOrd="0" presId="urn:microsoft.com/office/officeart/2011/layout/TabList"/>
    <dgm:cxn modelId="{A003F2A3-9390-48F4-8B9A-C558F0C3DC8C}" type="presParOf" srcId="{38FCE4BD-6013-4DCE-B445-B3B19242DF44}" destId="{EC996EF1-7FA6-4BDA-A821-5236F8A38535}" srcOrd="1" destOrd="0" presId="urn:microsoft.com/office/officeart/2011/layout/TabList"/>
    <dgm:cxn modelId="{1BEC7A97-6344-4F09-82FF-EFAA63498B02}" type="presParOf" srcId="{38FCE4BD-6013-4DCE-B445-B3B19242DF44}" destId="{442F1010-56BF-4B71-AED0-45E0AD5948DC}" srcOrd="2" destOrd="0" presId="urn:microsoft.com/office/officeart/2011/layout/TabList"/>
    <dgm:cxn modelId="{9B1F9D56-06C2-463E-BB29-FFAB15E0C16E}" type="presParOf" srcId="{391AD1FA-6750-438B-810E-28F8145F5C6E}" destId="{56DFDFBF-8A45-4614-B635-42F1F8318E44}" srcOrd="5" destOrd="0" presId="urn:microsoft.com/office/officeart/2011/layout/TabList"/>
    <dgm:cxn modelId="{253631BB-1DFE-486A-A7D9-76F6ED4312DF}" type="presParOf" srcId="{391AD1FA-6750-438B-810E-28F8145F5C6E}" destId="{D4C5690F-1230-472D-916B-0BF7DE1C8854}" srcOrd="6" destOrd="0" presId="urn:microsoft.com/office/officeart/2011/layout/TabList"/>
    <dgm:cxn modelId="{FEDC9D2B-F012-4510-A3A5-4490E0F75759}" type="presParOf" srcId="{D4C5690F-1230-472D-916B-0BF7DE1C8854}" destId="{44305A57-EB8F-4BB8-B3E6-74794BE6121C}" srcOrd="0" destOrd="0" presId="urn:microsoft.com/office/officeart/2011/layout/TabList"/>
    <dgm:cxn modelId="{0E161B22-0224-4411-AC3E-4B8C6EAF9071}" type="presParOf" srcId="{D4C5690F-1230-472D-916B-0BF7DE1C8854}" destId="{A3503C59-8781-45D0-B597-AFD703B4F966}" srcOrd="1" destOrd="0" presId="urn:microsoft.com/office/officeart/2011/layout/TabList"/>
    <dgm:cxn modelId="{75769413-B23A-4AE0-BA29-C6A3E2EE68BA}" type="presParOf" srcId="{D4C5690F-1230-472D-916B-0BF7DE1C8854}" destId="{3342B81D-6F07-4A87-B2D5-A1D9B88FFB76}" srcOrd="2" destOrd="0" presId="urn:microsoft.com/office/officeart/2011/layout/TabList"/>
    <dgm:cxn modelId="{B6C89287-6D38-4B4D-A1C0-F5E4DDFDAB00}" type="presParOf" srcId="{391AD1FA-6750-438B-810E-28F8145F5C6E}" destId="{A2EE66D6-FD01-4DB0-814A-B16ACC77097B}" srcOrd="7" destOrd="0" presId="urn:microsoft.com/office/officeart/2011/layout/TabList"/>
    <dgm:cxn modelId="{6028A882-E461-4E34-97AE-0BB78D9884B7}" type="presParOf" srcId="{391AD1FA-6750-438B-810E-28F8145F5C6E}" destId="{6BD5402A-A901-4C8B-91A3-BB73DA4E23C0}" srcOrd="8" destOrd="0" presId="urn:microsoft.com/office/officeart/2011/layout/TabList"/>
    <dgm:cxn modelId="{C62F02FF-3E11-40BD-828C-0C62C18C2EFF}" type="presParOf" srcId="{6BD5402A-A901-4C8B-91A3-BB73DA4E23C0}" destId="{BAC86256-CDAC-4AFE-988F-2C1AFA74C117}" srcOrd="0" destOrd="0" presId="urn:microsoft.com/office/officeart/2011/layout/TabList"/>
    <dgm:cxn modelId="{57A8DC7A-093F-4FB7-A600-4CF1D6994234}" type="presParOf" srcId="{6BD5402A-A901-4C8B-91A3-BB73DA4E23C0}" destId="{58BA3BAB-6045-48F6-AB1B-4B83BC59C537}" srcOrd="1" destOrd="0" presId="urn:microsoft.com/office/officeart/2011/layout/TabList"/>
    <dgm:cxn modelId="{B048D105-2C38-4A70-A728-C832354AB776}" type="presParOf" srcId="{6BD5402A-A901-4C8B-91A3-BB73DA4E23C0}" destId="{0677DFC4-A0F4-4988-8F3C-5F3BA819936C}" srcOrd="2" destOrd="0" presId="urn:microsoft.com/office/officeart/2011/layout/TabList"/>
    <dgm:cxn modelId="{4316170C-9908-4DF0-B72F-2FE77836D76D}" type="presParOf" srcId="{391AD1FA-6750-438B-810E-28F8145F5C6E}" destId="{CA20FC44-1150-4B72-9352-CB6078AFF9E8}" srcOrd="9" destOrd="0" presId="urn:microsoft.com/office/officeart/2011/layout/TabList"/>
    <dgm:cxn modelId="{55F5003E-C8CA-470D-B652-EEF822E1D51B}" type="presParOf" srcId="{391AD1FA-6750-438B-810E-28F8145F5C6E}" destId="{E3F21457-30D6-4B8B-AB13-53A348AA75B5}" srcOrd="10" destOrd="0" presId="urn:microsoft.com/office/officeart/2011/layout/TabList"/>
    <dgm:cxn modelId="{D3F75A40-FE30-4B2A-B3A6-847CA6933CD1}" type="presParOf" srcId="{E3F21457-30D6-4B8B-AB13-53A348AA75B5}" destId="{B0D784A8-747A-4152-8D23-6E0D396D2EB2}" srcOrd="0" destOrd="0" presId="urn:microsoft.com/office/officeart/2011/layout/TabList"/>
    <dgm:cxn modelId="{0A765557-7D20-4903-A088-16A0290EEA9F}" type="presParOf" srcId="{E3F21457-30D6-4B8B-AB13-53A348AA75B5}" destId="{44F2F750-94C8-48A2-B0E8-0C5F90CFBCC0}" srcOrd="1" destOrd="0" presId="urn:microsoft.com/office/officeart/2011/layout/TabList"/>
    <dgm:cxn modelId="{023FEE05-0712-451C-954C-F703C0A89F89}" type="presParOf" srcId="{E3F21457-30D6-4B8B-AB13-53A348AA75B5}" destId="{5294397E-292F-435A-B8C3-16568506A9CF}" srcOrd="2" destOrd="0" presId="urn:microsoft.com/office/officeart/2011/layout/TabList"/>
    <dgm:cxn modelId="{3E131275-349A-47FD-A281-23E14CCE80DD}" type="presParOf" srcId="{391AD1FA-6750-438B-810E-28F8145F5C6E}" destId="{43B3505E-8AAF-423F-8416-4A0B54053F61}" srcOrd="11" destOrd="0" presId="urn:microsoft.com/office/officeart/2011/layout/TabList"/>
    <dgm:cxn modelId="{A785C40C-260B-4AAA-A4E6-7AD9D32BDECD}" type="presParOf" srcId="{391AD1FA-6750-438B-810E-28F8145F5C6E}" destId="{84F546FA-2C08-4BBA-A41B-53B90E40C0EB}" srcOrd="12" destOrd="0" presId="urn:microsoft.com/office/officeart/2011/layout/TabList"/>
    <dgm:cxn modelId="{E2476F62-4472-4960-B20B-8DE50988880B}" type="presParOf" srcId="{84F546FA-2C08-4BBA-A41B-53B90E40C0EB}" destId="{81DDDC51-A4D9-4722-9E62-7D2666B3636E}" srcOrd="0" destOrd="0" presId="urn:microsoft.com/office/officeart/2011/layout/TabList"/>
    <dgm:cxn modelId="{5B26EC35-D606-4BC5-8336-F46C368BCDE3}" type="presParOf" srcId="{84F546FA-2C08-4BBA-A41B-53B90E40C0EB}" destId="{6AB40F66-F50C-4E0D-AD94-4506648575B5}" srcOrd="1" destOrd="0" presId="urn:microsoft.com/office/officeart/2011/layout/TabList"/>
    <dgm:cxn modelId="{EA3A171D-78D5-4135-BE8A-86DD01AC132A}" type="presParOf" srcId="{84F546FA-2C08-4BBA-A41B-53B90E40C0EB}" destId="{E47D7E84-2659-4327-A19D-CC5B37269388}" srcOrd="2" destOrd="0" presId="urn:microsoft.com/office/officeart/2011/layout/TabList"/>
    <dgm:cxn modelId="{4C739FF6-1D72-4465-8F60-A1C67DE380F8}" type="presParOf" srcId="{391AD1FA-6750-438B-810E-28F8145F5C6E}" destId="{DF36F813-49DE-4314-AE82-4361A4B15922}" srcOrd="13" destOrd="0" presId="urn:microsoft.com/office/officeart/2011/layout/TabList"/>
    <dgm:cxn modelId="{4E1B1EDA-CFCF-4E4C-AF99-0EEDC16D0D10}" type="presParOf" srcId="{391AD1FA-6750-438B-810E-28F8145F5C6E}" destId="{EFE668D8-5981-4D75-9406-883A58E577F6}" srcOrd="14" destOrd="0" presId="urn:microsoft.com/office/officeart/2011/layout/TabList"/>
    <dgm:cxn modelId="{0075FE4C-15AD-4984-9E13-C5F12FF9FB69}" type="presParOf" srcId="{EFE668D8-5981-4D75-9406-883A58E577F6}" destId="{B579A223-E9EC-40E3-B01D-0F3E26A0A319}" srcOrd="0" destOrd="0" presId="urn:microsoft.com/office/officeart/2011/layout/TabList"/>
    <dgm:cxn modelId="{60587C07-1340-4826-95C3-C3F27C5395BA}" type="presParOf" srcId="{EFE668D8-5981-4D75-9406-883A58E577F6}" destId="{1FEF1F37-6E00-4033-9597-DAF44150FF9C}" srcOrd="1" destOrd="0" presId="urn:microsoft.com/office/officeart/2011/layout/TabList"/>
    <dgm:cxn modelId="{FD99BB31-3530-48D3-B83A-46FC5D54C2CE}" type="presParOf" srcId="{EFE668D8-5981-4D75-9406-883A58E577F6}" destId="{CF332152-B6E0-47A8-B6E2-80385A9F8BCD}" srcOrd="2" destOrd="0" presId="urn:microsoft.com/office/officeart/2011/layout/TabList"/>
    <dgm:cxn modelId="{13068484-EAED-4CEC-9CAD-D7FB3ED40F17}" type="presParOf" srcId="{391AD1FA-6750-438B-810E-28F8145F5C6E}" destId="{E31CFDE0-2F56-4C7F-9C73-A9234EC03FAF}" srcOrd="15" destOrd="0" presId="urn:microsoft.com/office/officeart/2011/layout/TabList"/>
    <dgm:cxn modelId="{39CE8006-6137-4078-A3B1-82078FF80650}" type="presParOf" srcId="{391AD1FA-6750-438B-810E-28F8145F5C6E}" destId="{0A66B5F6-4138-4D9C-9D7C-01AA7F6ABBDF}" srcOrd="16" destOrd="0" presId="urn:microsoft.com/office/officeart/2011/layout/TabList"/>
    <dgm:cxn modelId="{5B965481-916A-4D1E-984A-25DF49286AB8}" type="presParOf" srcId="{0A66B5F6-4138-4D9C-9D7C-01AA7F6ABBDF}" destId="{C80CA349-2D54-4171-9400-80EB3169331C}" srcOrd="0" destOrd="0" presId="urn:microsoft.com/office/officeart/2011/layout/TabList"/>
    <dgm:cxn modelId="{E31C3A19-FE1A-4F06-ADFB-26A6B921A9D4}" type="presParOf" srcId="{0A66B5F6-4138-4D9C-9D7C-01AA7F6ABBDF}" destId="{4720F688-FB12-4F44-B241-D1F77601B462}" srcOrd="1" destOrd="0" presId="urn:microsoft.com/office/officeart/2011/layout/TabList"/>
    <dgm:cxn modelId="{33863376-4454-43F1-BFC0-C0EBACDB96E8}" type="presParOf" srcId="{0A66B5F6-4138-4D9C-9D7C-01AA7F6ABBDF}" destId="{0D6473E6-8C56-4616-84A8-60B19B40A2F1}" srcOrd="2" destOrd="0" presId="urn:microsoft.com/office/officeart/2011/layout/TabList"/>
    <dgm:cxn modelId="{0938DA8E-D047-4A88-86F4-81F5B94FF4A8}" type="presParOf" srcId="{391AD1FA-6750-438B-810E-28F8145F5C6E}" destId="{34D2EBCE-BDD9-4DBD-BBB9-517CFAE7D8CA}" srcOrd="17" destOrd="0" presId="urn:microsoft.com/office/officeart/2011/layout/TabList"/>
    <dgm:cxn modelId="{3EE5BC52-CECB-4A14-893F-52FBA3113B93}" type="presParOf" srcId="{391AD1FA-6750-438B-810E-28F8145F5C6E}" destId="{27271D81-B4B3-45FA-9455-CC0CE5F5041B}" srcOrd="18" destOrd="0" presId="urn:microsoft.com/office/officeart/2011/layout/TabList"/>
    <dgm:cxn modelId="{965B083B-550C-4FF3-BA4D-FD328EADCD19}" type="presParOf" srcId="{27271D81-B4B3-45FA-9455-CC0CE5F5041B}" destId="{717E9721-E792-4977-805E-F705680E4D96}" srcOrd="0" destOrd="0" presId="urn:microsoft.com/office/officeart/2011/layout/TabList"/>
    <dgm:cxn modelId="{7E16A67B-1C36-4F30-91AB-680703731531}" type="presParOf" srcId="{27271D81-B4B3-45FA-9455-CC0CE5F5041B}" destId="{7ADE2814-B7C3-4A8F-8B1B-ED905CB2F8C5}" srcOrd="1" destOrd="0" presId="urn:microsoft.com/office/officeart/2011/layout/TabList"/>
    <dgm:cxn modelId="{5BC15397-123F-4F8E-A15F-69683771B33B}" type="presParOf" srcId="{27271D81-B4B3-45FA-9455-CC0CE5F5041B}" destId="{78CB205E-18F0-4F45-BADC-335A4A200A73}" srcOrd="2" destOrd="0" presId="urn:microsoft.com/office/officeart/2011/layout/TabList"/>
    <dgm:cxn modelId="{418A35F4-A7FF-4427-A598-87BCE4E9492D}" type="presParOf" srcId="{391AD1FA-6750-438B-810E-28F8145F5C6E}" destId="{8292C2F5-97E3-44E7-A73D-8A637338E0DE}" srcOrd="19" destOrd="0" presId="urn:microsoft.com/office/officeart/2011/layout/TabList"/>
    <dgm:cxn modelId="{354EFC3A-5379-42BC-8325-94802B341931}" type="presParOf" srcId="{391AD1FA-6750-438B-810E-28F8145F5C6E}" destId="{97078DAB-5FB2-4B9B-98D6-41A2C8DAFA49}" srcOrd="20" destOrd="0" presId="urn:microsoft.com/office/officeart/2011/layout/TabList"/>
    <dgm:cxn modelId="{980167B2-AEE8-489E-8A38-CF4F342C793E}" type="presParOf" srcId="{97078DAB-5FB2-4B9B-98D6-41A2C8DAFA49}" destId="{B71F94DE-7270-4550-A35A-287051E43AD8}" srcOrd="0" destOrd="0" presId="urn:microsoft.com/office/officeart/2011/layout/TabList"/>
    <dgm:cxn modelId="{6E5FD4AA-AB29-44E8-9248-7847730E25B2}" type="presParOf" srcId="{97078DAB-5FB2-4B9B-98D6-41A2C8DAFA49}" destId="{21CBB10F-CD0B-4ED0-949A-C41CCADB0E57}" srcOrd="1" destOrd="0" presId="urn:microsoft.com/office/officeart/2011/layout/TabList"/>
    <dgm:cxn modelId="{DB1C4D2B-ECEF-4B1E-8649-9A084FF85909}" type="presParOf" srcId="{97078DAB-5FB2-4B9B-98D6-41A2C8DAFA49}" destId="{6828E89E-B5F3-41BB-B4E3-2DE12A141A8C}" srcOrd="2" destOrd="0" presId="urn:microsoft.com/office/officeart/2011/layout/TabList"/>
    <dgm:cxn modelId="{690C7E97-95E2-4B06-BC0B-F3791D09C7B4}" type="presParOf" srcId="{391AD1FA-6750-438B-810E-28F8145F5C6E}" destId="{23B94D3D-AE31-4E4E-9473-547AE55353D2}" srcOrd="21" destOrd="0" presId="urn:microsoft.com/office/officeart/2011/layout/TabList"/>
    <dgm:cxn modelId="{2F741539-EEAB-40B9-A982-712496DC8CCD}" type="presParOf" srcId="{391AD1FA-6750-438B-810E-28F8145F5C6E}" destId="{82ED1E8B-23AC-421A-8942-3FB4154C95DC}" srcOrd="22" destOrd="0" presId="urn:microsoft.com/office/officeart/2011/layout/TabList"/>
    <dgm:cxn modelId="{6170292B-AE2D-41D4-8FDF-00473E8160F6}" type="presParOf" srcId="{82ED1E8B-23AC-421A-8942-3FB4154C95DC}" destId="{D559B2FE-5152-4935-A98A-A6712657A524}" srcOrd="0" destOrd="0" presId="urn:microsoft.com/office/officeart/2011/layout/TabList"/>
    <dgm:cxn modelId="{DF8A1BCC-781A-4B60-B808-3EBC4C00134E}" type="presParOf" srcId="{82ED1E8B-23AC-421A-8942-3FB4154C95DC}" destId="{FD39B230-F7DB-4C43-8EFD-007A9986B611}" srcOrd="1" destOrd="0" presId="urn:microsoft.com/office/officeart/2011/layout/TabList"/>
    <dgm:cxn modelId="{E2259DCA-0AC0-4B8A-B9AD-1FBC456AEA08}" type="presParOf" srcId="{82ED1E8B-23AC-421A-8942-3FB4154C95DC}" destId="{67868D8C-3E30-4BD5-9F36-C4848326CC67}" srcOrd="2" destOrd="0" presId="urn:microsoft.com/office/officeart/2011/layout/TabList"/>
    <dgm:cxn modelId="{A2667EDA-A461-47E4-AF5A-79C672D23C46}" type="presParOf" srcId="{391AD1FA-6750-438B-810E-28F8145F5C6E}" destId="{CA667288-495F-40D8-B96F-34BC0D03EDC0}" srcOrd="23" destOrd="0" presId="urn:microsoft.com/office/officeart/2011/layout/TabList"/>
    <dgm:cxn modelId="{EB1223C1-DFD0-4500-BD9E-44865F9D2910}" type="presParOf" srcId="{391AD1FA-6750-438B-810E-28F8145F5C6E}" destId="{1B0F64C4-AE48-4591-B2D2-22AFA2FE2708}" srcOrd="24" destOrd="0" presId="urn:microsoft.com/office/officeart/2011/layout/TabList"/>
    <dgm:cxn modelId="{862C6D91-6AB6-43AD-96F3-2DCD90661239}" type="presParOf" srcId="{1B0F64C4-AE48-4591-B2D2-22AFA2FE2708}" destId="{A9707BF5-6B01-4583-96DD-6271CCFC531B}" srcOrd="0" destOrd="0" presId="urn:microsoft.com/office/officeart/2011/layout/TabList"/>
    <dgm:cxn modelId="{ADC03065-865E-4E40-A03C-68D979791FC2}" type="presParOf" srcId="{1B0F64C4-AE48-4591-B2D2-22AFA2FE2708}" destId="{0BB6BAC2-AF65-4357-BD4E-B8EE2290BA1F}" srcOrd="1" destOrd="0" presId="urn:microsoft.com/office/officeart/2011/layout/TabList"/>
    <dgm:cxn modelId="{BD54DEA1-04F6-497A-B2A5-ED9AE1D25F82}" type="presParOf" srcId="{1B0F64C4-AE48-4591-B2D2-22AFA2FE2708}" destId="{9950510B-7424-451A-9B91-CF97661F836B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50510B-7424-451A-9B91-CF97661F836B}">
      <dsp:nvSpPr>
        <dsp:cNvPr id="0" name=""/>
        <dsp:cNvSpPr/>
      </dsp:nvSpPr>
      <dsp:spPr>
        <a:xfrm>
          <a:off x="0" y="4959130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68D8C-3E30-4BD5-9F36-C4848326CC67}">
      <dsp:nvSpPr>
        <dsp:cNvPr id="0" name=""/>
        <dsp:cNvSpPr/>
      </dsp:nvSpPr>
      <dsp:spPr>
        <a:xfrm>
          <a:off x="0" y="4573836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8E89E-B5F3-41BB-B4E3-2DE12A141A8C}">
      <dsp:nvSpPr>
        <dsp:cNvPr id="0" name=""/>
        <dsp:cNvSpPr/>
      </dsp:nvSpPr>
      <dsp:spPr>
        <a:xfrm>
          <a:off x="0" y="4188541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B205E-18F0-4F45-BADC-335A4A200A73}">
      <dsp:nvSpPr>
        <dsp:cNvPr id="0" name=""/>
        <dsp:cNvSpPr/>
      </dsp:nvSpPr>
      <dsp:spPr>
        <a:xfrm>
          <a:off x="0" y="3803247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6473E6-8C56-4616-84A8-60B19B40A2F1}">
      <dsp:nvSpPr>
        <dsp:cNvPr id="0" name=""/>
        <dsp:cNvSpPr/>
      </dsp:nvSpPr>
      <dsp:spPr>
        <a:xfrm>
          <a:off x="0" y="3417953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332152-B6E0-47A8-B6E2-80385A9F8BCD}">
      <dsp:nvSpPr>
        <dsp:cNvPr id="0" name=""/>
        <dsp:cNvSpPr/>
      </dsp:nvSpPr>
      <dsp:spPr>
        <a:xfrm>
          <a:off x="0" y="3032659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7D7E84-2659-4327-A19D-CC5B37269388}">
      <dsp:nvSpPr>
        <dsp:cNvPr id="0" name=""/>
        <dsp:cNvSpPr/>
      </dsp:nvSpPr>
      <dsp:spPr>
        <a:xfrm>
          <a:off x="0" y="2647365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94397E-292F-435A-B8C3-16568506A9CF}">
      <dsp:nvSpPr>
        <dsp:cNvPr id="0" name=""/>
        <dsp:cNvSpPr/>
      </dsp:nvSpPr>
      <dsp:spPr>
        <a:xfrm>
          <a:off x="0" y="2262071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7DFC4-A0F4-4988-8F3C-5F3BA819936C}">
      <dsp:nvSpPr>
        <dsp:cNvPr id="0" name=""/>
        <dsp:cNvSpPr/>
      </dsp:nvSpPr>
      <dsp:spPr>
        <a:xfrm>
          <a:off x="0" y="1876777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42B81D-6F07-4A87-B2D5-A1D9B88FFB76}">
      <dsp:nvSpPr>
        <dsp:cNvPr id="0" name=""/>
        <dsp:cNvSpPr/>
      </dsp:nvSpPr>
      <dsp:spPr>
        <a:xfrm>
          <a:off x="-18163" y="1491483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2F1010-56BF-4B71-AED0-45E0AD5948DC}">
      <dsp:nvSpPr>
        <dsp:cNvPr id="0" name=""/>
        <dsp:cNvSpPr/>
      </dsp:nvSpPr>
      <dsp:spPr>
        <a:xfrm>
          <a:off x="-18163" y="1113410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6C5805-18C9-4997-BDB4-5F60834BE89E}">
      <dsp:nvSpPr>
        <dsp:cNvPr id="0" name=""/>
        <dsp:cNvSpPr/>
      </dsp:nvSpPr>
      <dsp:spPr>
        <a:xfrm>
          <a:off x="-19091" y="735338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7A34C0-2516-4B35-BAE1-C7E04407F2A4}">
      <dsp:nvSpPr>
        <dsp:cNvPr id="0" name=""/>
        <dsp:cNvSpPr/>
      </dsp:nvSpPr>
      <dsp:spPr>
        <a:xfrm>
          <a:off x="-19091" y="357265"/>
          <a:ext cx="8229600" cy="0"/>
        </a:xfrm>
        <a:prstGeom prst="line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99DB3A-CAAD-4F91-9665-EDA83E99959B}">
      <dsp:nvSpPr>
        <dsp:cNvPr id="0" name=""/>
        <dsp:cNvSpPr/>
      </dsp:nvSpPr>
      <dsp:spPr>
        <a:xfrm>
          <a:off x="2019329" y="1316"/>
          <a:ext cx="6166271" cy="343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Introduction</a:t>
          </a:r>
          <a:endParaRPr lang="en-US" sz="1600" kern="1200" dirty="0"/>
        </a:p>
      </dsp:txBody>
      <dsp:txXfrm>
        <a:off x="2019329" y="1316"/>
        <a:ext cx="6166271" cy="343968"/>
      </dsp:txXfrm>
    </dsp:sp>
    <dsp:sp modelId="{E47A2CB7-21E4-4882-8BBD-6C68A80280B7}">
      <dsp:nvSpPr>
        <dsp:cNvPr id="0" name=""/>
        <dsp:cNvSpPr/>
      </dsp:nvSpPr>
      <dsp:spPr>
        <a:xfrm flipH="1">
          <a:off x="0" y="163946"/>
          <a:ext cx="1824197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1</a:t>
          </a:r>
        </a:p>
      </dsp:txBody>
      <dsp:txXfrm>
        <a:off x="12275" y="176221"/>
        <a:ext cx="1799647" cy="239127"/>
      </dsp:txXfrm>
    </dsp:sp>
    <dsp:sp modelId="{4FC8C131-B4AB-4C92-B1A5-06393A3A86CE}">
      <dsp:nvSpPr>
        <dsp:cNvPr id="0" name=""/>
        <dsp:cNvSpPr/>
      </dsp:nvSpPr>
      <dsp:spPr>
        <a:xfrm>
          <a:off x="2019329" y="375121"/>
          <a:ext cx="6166271" cy="35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Existing Applications</a:t>
          </a:r>
          <a:endParaRPr lang="en-US" sz="1600" b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019329" y="375121"/>
        <a:ext cx="6166271" cy="352503"/>
      </dsp:txXfrm>
    </dsp:sp>
    <dsp:sp modelId="{99D317FF-C8C7-4983-B405-46D93E3BEAAD}">
      <dsp:nvSpPr>
        <dsp:cNvPr id="0" name=""/>
        <dsp:cNvSpPr/>
      </dsp:nvSpPr>
      <dsp:spPr>
        <a:xfrm flipH="1">
          <a:off x="0" y="546718"/>
          <a:ext cx="1824197" cy="243538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2</a:t>
          </a:r>
        </a:p>
      </dsp:txBody>
      <dsp:txXfrm>
        <a:off x="11891" y="558609"/>
        <a:ext cx="1800415" cy="231647"/>
      </dsp:txXfrm>
    </dsp:sp>
    <dsp:sp modelId="{2D21A57E-72D2-498D-BCFC-FC05EC793D51}">
      <dsp:nvSpPr>
        <dsp:cNvPr id="0" name=""/>
        <dsp:cNvSpPr/>
      </dsp:nvSpPr>
      <dsp:spPr>
        <a:xfrm>
          <a:off x="2035512" y="758470"/>
          <a:ext cx="6162556" cy="35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Objective</a:t>
          </a:r>
          <a:endParaRPr lang="en-US" sz="1600" b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035512" y="758470"/>
        <a:ext cx="6162556" cy="352503"/>
      </dsp:txXfrm>
    </dsp:sp>
    <dsp:sp modelId="{EC996EF1-7FA6-4BDA-A821-5236F8A38535}">
      <dsp:nvSpPr>
        <dsp:cNvPr id="0" name=""/>
        <dsp:cNvSpPr/>
      </dsp:nvSpPr>
      <dsp:spPr>
        <a:xfrm flipH="1">
          <a:off x="0" y="916088"/>
          <a:ext cx="1817693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3</a:t>
          </a:r>
        </a:p>
      </dsp:txBody>
      <dsp:txXfrm>
        <a:off x="12275" y="928363"/>
        <a:ext cx="1793143" cy="239127"/>
      </dsp:txXfrm>
    </dsp:sp>
    <dsp:sp modelId="{44305A57-EB8F-4BB8-B3E6-74794BE6121C}">
      <dsp:nvSpPr>
        <dsp:cNvPr id="0" name=""/>
        <dsp:cNvSpPr/>
      </dsp:nvSpPr>
      <dsp:spPr>
        <a:xfrm>
          <a:off x="2035512" y="1131266"/>
          <a:ext cx="6162556" cy="35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Target Audience</a:t>
          </a:r>
          <a:endParaRPr lang="en-US" sz="1600" b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035512" y="1131266"/>
        <a:ext cx="6162556" cy="352503"/>
      </dsp:txXfrm>
    </dsp:sp>
    <dsp:sp modelId="{A3503C59-8781-45D0-B597-AFD703B4F966}">
      <dsp:nvSpPr>
        <dsp:cNvPr id="0" name=""/>
        <dsp:cNvSpPr/>
      </dsp:nvSpPr>
      <dsp:spPr>
        <a:xfrm flipH="1">
          <a:off x="0" y="1294179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4</a:t>
          </a:r>
        </a:p>
      </dsp:txBody>
      <dsp:txXfrm>
        <a:off x="12275" y="1306454"/>
        <a:ext cx="1816358" cy="239127"/>
      </dsp:txXfrm>
    </dsp:sp>
    <dsp:sp modelId="{BAC86256-CDAC-4AFE-988F-2C1AFA74C117}">
      <dsp:nvSpPr>
        <dsp:cNvPr id="0" name=""/>
        <dsp:cNvSpPr/>
      </dsp:nvSpPr>
      <dsp:spPr>
        <a:xfrm>
          <a:off x="2050296" y="1509830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+mn-lt"/>
              <a:ea typeface="Cambria" panose="02040503050406030204" pitchFamily="18" charset="0"/>
            </a:rPr>
            <a:t>Technologies used</a:t>
          </a:r>
        </a:p>
      </dsp:txBody>
      <dsp:txXfrm>
        <a:off x="2050296" y="1509830"/>
        <a:ext cx="6086250" cy="366946"/>
      </dsp:txXfrm>
    </dsp:sp>
    <dsp:sp modelId="{58BA3BAB-6045-48F6-AB1B-4B83BC59C537}">
      <dsp:nvSpPr>
        <dsp:cNvPr id="0" name=""/>
        <dsp:cNvSpPr/>
      </dsp:nvSpPr>
      <dsp:spPr>
        <a:xfrm flipH="1">
          <a:off x="0" y="1679473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5</a:t>
          </a:r>
        </a:p>
      </dsp:txBody>
      <dsp:txXfrm>
        <a:off x="12275" y="1691748"/>
        <a:ext cx="1816358" cy="239127"/>
      </dsp:txXfrm>
    </dsp:sp>
    <dsp:sp modelId="{B0D784A8-747A-4152-8D23-6E0D396D2EB2}">
      <dsp:nvSpPr>
        <dsp:cNvPr id="0" name=""/>
        <dsp:cNvSpPr/>
      </dsp:nvSpPr>
      <dsp:spPr>
        <a:xfrm>
          <a:off x="2050296" y="1895124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Database Details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1895124"/>
        <a:ext cx="6086250" cy="366946"/>
      </dsp:txXfrm>
    </dsp:sp>
    <dsp:sp modelId="{44F2F750-94C8-48A2-B0E8-0C5F90CFBCC0}">
      <dsp:nvSpPr>
        <dsp:cNvPr id="0" name=""/>
        <dsp:cNvSpPr/>
      </dsp:nvSpPr>
      <dsp:spPr>
        <a:xfrm flipH="1">
          <a:off x="0" y="2064767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6</a:t>
          </a:r>
        </a:p>
      </dsp:txBody>
      <dsp:txXfrm>
        <a:off x="12275" y="2077042"/>
        <a:ext cx="1816358" cy="239127"/>
      </dsp:txXfrm>
    </dsp:sp>
    <dsp:sp modelId="{81DDDC51-A4D9-4722-9E62-7D2666B3636E}">
      <dsp:nvSpPr>
        <dsp:cNvPr id="0" name=""/>
        <dsp:cNvSpPr/>
      </dsp:nvSpPr>
      <dsp:spPr>
        <a:xfrm>
          <a:off x="2050296" y="2280418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System Architecture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2280418"/>
        <a:ext cx="6086250" cy="366946"/>
      </dsp:txXfrm>
    </dsp:sp>
    <dsp:sp modelId="{6AB40F66-F50C-4E0D-AD94-4506648575B5}">
      <dsp:nvSpPr>
        <dsp:cNvPr id="0" name=""/>
        <dsp:cNvSpPr/>
      </dsp:nvSpPr>
      <dsp:spPr>
        <a:xfrm flipH="1">
          <a:off x="0" y="2450061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7</a:t>
          </a:r>
        </a:p>
      </dsp:txBody>
      <dsp:txXfrm>
        <a:off x="12275" y="2462336"/>
        <a:ext cx="1816358" cy="239127"/>
      </dsp:txXfrm>
    </dsp:sp>
    <dsp:sp modelId="{B579A223-E9EC-40E3-B01D-0F3E26A0A319}">
      <dsp:nvSpPr>
        <dsp:cNvPr id="0" name=""/>
        <dsp:cNvSpPr/>
      </dsp:nvSpPr>
      <dsp:spPr>
        <a:xfrm>
          <a:off x="2050296" y="2665712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Development Process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2665712"/>
        <a:ext cx="6086250" cy="366946"/>
      </dsp:txXfrm>
    </dsp:sp>
    <dsp:sp modelId="{1FEF1F37-6E00-4033-9597-DAF44150FF9C}">
      <dsp:nvSpPr>
        <dsp:cNvPr id="0" name=""/>
        <dsp:cNvSpPr/>
      </dsp:nvSpPr>
      <dsp:spPr>
        <a:xfrm flipH="1">
          <a:off x="0" y="2835356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8</a:t>
          </a:r>
        </a:p>
      </dsp:txBody>
      <dsp:txXfrm>
        <a:off x="12275" y="2847631"/>
        <a:ext cx="1816358" cy="239127"/>
      </dsp:txXfrm>
    </dsp:sp>
    <dsp:sp modelId="{C80CA349-2D54-4171-9400-80EB3169331C}">
      <dsp:nvSpPr>
        <dsp:cNvPr id="0" name=""/>
        <dsp:cNvSpPr/>
      </dsp:nvSpPr>
      <dsp:spPr>
        <a:xfrm>
          <a:off x="2050296" y="3051006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+mn-lt"/>
              <a:ea typeface="Cambria" panose="02040503050406030204" pitchFamily="18" charset="0"/>
            </a:rPr>
            <a:t>Features and Functionalities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3051006"/>
        <a:ext cx="6086250" cy="366946"/>
      </dsp:txXfrm>
    </dsp:sp>
    <dsp:sp modelId="{4720F688-FB12-4F44-B241-D1F77601B462}">
      <dsp:nvSpPr>
        <dsp:cNvPr id="0" name=""/>
        <dsp:cNvSpPr/>
      </dsp:nvSpPr>
      <dsp:spPr>
        <a:xfrm flipH="1">
          <a:off x="0" y="3220650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9</a:t>
          </a:r>
        </a:p>
      </dsp:txBody>
      <dsp:txXfrm>
        <a:off x="12275" y="3232925"/>
        <a:ext cx="1816358" cy="239127"/>
      </dsp:txXfrm>
    </dsp:sp>
    <dsp:sp modelId="{717E9721-E792-4977-805E-F705680E4D96}">
      <dsp:nvSpPr>
        <dsp:cNvPr id="0" name=""/>
        <dsp:cNvSpPr/>
      </dsp:nvSpPr>
      <dsp:spPr>
        <a:xfrm>
          <a:off x="2050296" y="3436301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ea typeface="Cambria" panose="02040503050406030204" pitchFamily="18" charset="0"/>
            </a:rPr>
            <a:t>Technical Challenges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3436301"/>
        <a:ext cx="6086250" cy="366946"/>
      </dsp:txXfrm>
    </dsp:sp>
    <dsp:sp modelId="{7ADE2814-B7C3-4A8F-8B1B-ED905CB2F8C5}">
      <dsp:nvSpPr>
        <dsp:cNvPr id="0" name=""/>
        <dsp:cNvSpPr/>
      </dsp:nvSpPr>
      <dsp:spPr>
        <a:xfrm flipH="1">
          <a:off x="0" y="3605944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10</a:t>
          </a:r>
        </a:p>
      </dsp:txBody>
      <dsp:txXfrm>
        <a:off x="12275" y="3618219"/>
        <a:ext cx="1816358" cy="239127"/>
      </dsp:txXfrm>
    </dsp:sp>
    <dsp:sp modelId="{B71F94DE-7270-4550-A35A-287051E43AD8}">
      <dsp:nvSpPr>
        <dsp:cNvPr id="0" name=""/>
        <dsp:cNvSpPr/>
      </dsp:nvSpPr>
      <dsp:spPr>
        <a:xfrm>
          <a:off x="2050296" y="3821595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ea typeface="Cambria" panose="02040503050406030204" pitchFamily="18" charset="0"/>
            </a:rPr>
            <a:t>Testing Methods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3821595"/>
        <a:ext cx="6086250" cy="366946"/>
      </dsp:txXfrm>
    </dsp:sp>
    <dsp:sp modelId="{21CBB10F-CD0B-4ED0-949A-C41CCADB0E57}">
      <dsp:nvSpPr>
        <dsp:cNvPr id="0" name=""/>
        <dsp:cNvSpPr/>
      </dsp:nvSpPr>
      <dsp:spPr>
        <a:xfrm flipH="1">
          <a:off x="0" y="3991238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11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12275" y="4003513"/>
        <a:ext cx="1816358" cy="239127"/>
      </dsp:txXfrm>
    </dsp:sp>
    <dsp:sp modelId="{D559B2FE-5152-4935-A98A-A6712657A524}">
      <dsp:nvSpPr>
        <dsp:cNvPr id="0" name=""/>
        <dsp:cNvSpPr/>
      </dsp:nvSpPr>
      <dsp:spPr>
        <a:xfrm>
          <a:off x="2050296" y="4206889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ea typeface="Cambria" panose="02040503050406030204" pitchFamily="18" charset="0"/>
            </a:rPr>
            <a:t>Future Enhancements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4206889"/>
        <a:ext cx="6086250" cy="366946"/>
      </dsp:txXfrm>
    </dsp:sp>
    <dsp:sp modelId="{FD39B230-F7DB-4C43-8EFD-007A9986B611}">
      <dsp:nvSpPr>
        <dsp:cNvPr id="0" name=""/>
        <dsp:cNvSpPr/>
      </dsp:nvSpPr>
      <dsp:spPr>
        <a:xfrm flipH="1">
          <a:off x="0" y="4376532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12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12275" y="4388807"/>
        <a:ext cx="1816358" cy="239127"/>
      </dsp:txXfrm>
    </dsp:sp>
    <dsp:sp modelId="{A9707BF5-6B01-4583-96DD-6271CCFC531B}">
      <dsp:nvSpPr>
        <dsp:cNvPr id="0" name=""/>
        <dsp:cNvSpPr/>
      </dsp:nvSpPr>
      <dsp:spPr>
        <a:xfrm>
          <a:off x="2050296" y="4592183"/>
          <a:ext cx="6086250" cy="3669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ea typeface="Cambria" panose="02040503050406030204" pitchFamily="18" charset="0"/>
            </a:rPr>
            <a:t>Conclusion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2050296" y="4592183"/>
        <a:ext cx="6086250" cy="366946"/>
      </dsp:txXfrm>
    </dsp:sp>
    <dsp:sp modelId="{0BB6BAC2-AF65-4357-BD4E-B8EE2290BA1F}">
      <dsp:nvSpPr>
        <dsp:cNvPr id="0" name=""/>
        <dsp:cNvSpPr/>
      </dsp:nvSpPr>
      <dsp:spPr>
        <a:xfrm flipH="1">
          <a:off x="0" y="4709535"/>
          <a:ext cx="1840908" cy="251402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latin typeface="Cambria" panose="02040503050406030204" pitchFamily="18" charset="0"/>
              <a:ea typeface="Cambria" panose="02040503050406030204" pitchFamily="18" charset="0"/>
            </a:rPr>
            <a:t>13</a:t>
          </a:r>
          <a:endParaRPr lang="en-US" sz="1600" b="0" kern="1200" dirty="0">
            <a:latin typeface="+mn-lt"/>
            <a:ea typeface="Cambria" panose="02040503050406030204" pitchFamily="18" charset="0"/>
          </a:endParaRPr>
        </a:p>
      </dsp:txBody>
      <dsp:txXfrm>
        <a:off x="12275" y="4721810"/>
        <a:ext cx="1816358" cy="2391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BDA77-7F8E-4A6F-A8AC-22349F66A807}" type="datetimeFigureOut">
              <a:rPr lang="en-US" smtClean="0"/>
              <a:pPr/>
              <a:t>3/18/2026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DBB17-9B64-4B47-B51E-04409703080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899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84267-ACFF-C743-658D-CC898987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37AE7-1D2A-DDAD-5347-5E9258C12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B3650-B3F6-8CDF-3F70-A2D245812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F70D3-59CC-FBAB-6DD1-8026FCD0F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553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56AE8-F612-A0BD-A91B-6B0586C4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BEB39-FB41-A59C-119D-688F8A3C0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637E5-EA51-B018-FFC2-E6AC838F4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F9717-31B0-CB6B-4028-D718EE07A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442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36658-7651-CDCD-121D-D295A5CE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71665-C3A2-438D-3C4D-94E2FB7C7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5E4D9-CE51-4BC8-2FF8-53792BDC5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2C4A-B628-9273-398F-8FFAC19C3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222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1E8B-164C-964D-AA7D-738594CE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99434-2B76-65E3-D4A9-D2C1E25CC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BAB9C-352B-B544-681B-6181FCC62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D7847-F3C1-328A-6B43-74BB0468A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7541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9FAB-9FFD-8F68-5E2A-E212450E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D8D73-D9B5-5789-FBF6-3FBAFD5DE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213BC-4451-49EF-FE78-9A4D1340B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3B814-F658-E8D7-B67B-610A32F71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813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E422-3A6E-81B4-1045-82217A98B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F7441-D4D5-1285-39A0-751F5F33A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A99E1-B972-1F88-D191-3D6E01258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759AC-C57F-8E2B-8D25-E8C6958E5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8668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24FF8-56AD-16DA-1347-7997FCFC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1610F-14A0-60FE-73E7-7A812D5BC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ECA07-63B9-6D48-CCFC-5625D49F5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5510A-5446-6AB8-B598-AD67E5B93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326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50FB0-BD46-654D-92E7-43A125CC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0AF7B-99FA-FEC8-87FF-FD2F0D1AD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26E39-A229-EAF9-B537-A7F8889E2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78521-7AB3-1B87-8103-C0427F934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754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3CC0-A168-AC7F-D577-0D215F92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04449-819A-6ED4-CA79-10F4A09EA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52A53-DB10-F942-2FD6-EEC7AF712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14265-9354-9A5E-6DC4-43912CBCD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668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5977-54B7-5F44-7483-5E11746A9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E98A4-1F9A-30A7-D531-0AB9FD19A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4D422-284F-E22F-5899-5C2549528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236FE-A076-B8D9-8EBA-67B366BFD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801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017E-1577-0939-3A07-D5E8942F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A7D95-82F6-08EF-EDAD-1B3048B37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DBFF5-F885-FFE9-9885-52FEC8471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7C173-D86B-F4EB-F079-93A9BE682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418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13FA-305F-BE05-1875-575EED29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F4964-2FC4-0841-974E-529710F51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9DEAC-320B-ED40-4FC7-A24853098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D221E-8FEC-243A-1D83-4DC1565B4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711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5AA56-CE57-1FF2-11C2-98C96CBC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D30DE-E1A0-5BBF-3E17-28D3DA976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91252-D44B-9C00-1940-BF7F4CDFC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2849F-7744-B456-9FE4-8544A9F22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4355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FABF0-CF39-B141-F550-C2CE7F38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72A1D-070E-9582-FD5B-5757AABD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B79F0-8C31-62C0-95F8-52D90D8ED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D8434-05EE-ABB2-24B7-150D8F9CF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704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3649-B510-4C32-852E-C236B0172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CB7CF-2265-284A-4BD8-4ACAD0C61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C07A7-752C-1082-D892-21EA8D8FE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1D213-151E-846B-684C-F755674FE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088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2D16-2327-3BDB-5555-C293B89C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D89FE-B329-5FAC-7DF3-889E39B99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50D6AE-3C87-359F-5470-29B6ECFC7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27D04-B0EE-06FA-EA10-D9E78A00F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526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65155-1129-0FE1-0962-F6C36401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68EBA-A524-6EF7-FCD6-3F9169E4D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4C726-C24C-6AB6-C2D8-78516C9F0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AC07-59CB-3E04-59B3-DFC61550C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9810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85C8-AD49-4DA0-9A3F-AA3A1F29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5FA34-BA48-90AF-4710-6F56E7DFD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BD0A2-969A-2013-867B-CBF580E02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4386F-41DA-8EA7-08A6-DA7B6BFDF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66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37C3F-2888-68EF-FC04-FDEA4790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93C06-271E-31B4-D079-C74C23058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E65FD-0573-BD14-279D-5A467FC50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4E01D-9363-193E-51FE-105911A91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0577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EFD4-DF64-A753-29FD-57FFB06F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54422-43C8-C653-E002-2132FDE33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80976-BE19-4C9B-6801-66F9F7088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C1025-060F-FE6C-7F1F-B1AAFF507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383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89B1B-D6EC-C8A5-B482-E48A8689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981E3-3EE5-86F7-E570-E7FFB2E0F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537B3-9100-1F0E-60C9-44942CA10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F5E68-C4BB-3127-2444-DFA5736DF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1328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0772F-8AB1-5979-9E18-407C17493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9C6ED-C860-AC75-B98B-E5692F966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CD772-2479-2ECF-52F3-7C6575DCE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E8742-AE95-5BAD-EF77-89AA890D1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937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25855-6DB2-99A3-5BA2-9301B59D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CD633-95A6-6DF1-71F2-A1950947F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3E19D-B7AC-30DF-0C4A-D19618C83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1A538-803F-FA66-DE6F-316F58A4E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ADBB17-9B64-4B47-B51E-044097030802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951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A810-4958-4E24-9FED-96D5041CF44C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7B3FA-A8E3-4F1A-AF54-9DB688BCC6CE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DF88-1445-42CB-ACD9-1B021746DBD6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6EC31-12A7-48EB-8DC5-99E727EA049B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33C7-336B-429C-B30E-3C4755E6F09A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9315-3A8D-47B9-8FF7-F1E7B48D5018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97C52-CF6C-4015-AB35-EED7E1F325A4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5DAF0-8C0A-484D-A5F8-11FD39532765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37505-A3AE-46B9-80C9-468DEB435826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5711-6C67-491B-AC73-19B1EED609A9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224E2-3F3E-4067-8D77-BC051226C7AA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D800D-A2A4-40AF-B547-06307F10A0C3}" type="datetime1">
              <a:rPr lang="en-US" smtClean="0"/>
              <a:t>3/18/2026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97495-1421-49DB-A673-15B2D9EB657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3.jpeg"/><Relationship Id="rId10" Type="http://schemas.microsoft.com/office/2007/relationships/diagramDrawing" Target="../diagrams/drawing1.xml"/><Relationship Id="rId4" Type="http://schemas.openxmlformats.org/officeDocument/2006/relationships/image" Target="../media/image2.jpe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1646-77CA-49A6-7DD3-C069DF596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881D06-3F1E-93A6-2615-AD959E87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276" y="332657"/>
            <a:ext cx="7438156" cy="151216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Exam &amp; Skill-Based Course Recommendation System</a:t>
            </a:r>
            <a:endParaRPr lang="en-IN" sz="36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F61AB53-7B17-FC1B-F9C9-8C89B92FE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44840"/>
            <a:ext cx="8229600" cy="408132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en-US" sz="2000" dirty="0"/>
              <a:t>MAHIMA K JOHNY</a:t>
            </a:r>
          </a:p>
          <a:p>
            <a:pPr marL="0" indent="0" algn="ctr">
              <a:buNone/>
            </a:pPr>
            <a:r>
              <a:rPr lang="en-US" altLang="en-US" sz="2000" dirty="0"/>
              <a:t>Reg. No. MGP21NMC043</a:t>
            </a:r>
          </a:p>
          <a:p>
            <a:pPr marL="0" indent="0" algn="ctr">
              <a:buNone/>
            </a:pPr>
            <a:r>
              <a:rPr lang="en-US" altLang="en-US" sz="2000" dirty="0"/>
              <a:t>S10 IMCA, Department of Computer Applications,</a:t>
            </a:r>
          </a:p>
          <a:p>
            <a:pPr marL="0" indent="0" algn="ctr">
              <a:buNone/>
            </a:pPr>
            <a:r>
              <a:rPr lang="en-US" altLang="en-US" sz="2000" dirty="0" err="1"/>
              <a:t>Saintgits</a:t>
            </a:r>
            <a:r>
              <a:rPr lang="en-US" altLang="en-US" sz="2000" dirty="0"/>
              <a:t> College of Engineering (Autonomous), </a:t>
            </a:r>
            <a:r>
              <a:rPr lang="en-US" altLang="en-US" sz="2000" dirty="0" err="1"/>
              <a:t>Pathamuttom</a:t>
            </a:r>
            <a:r>
              <a:rPr lang="en-US" altLang="en-US" sz="2000" dirty="0"/>
              <a:t> -686532</a:t>
            </a:r>
          </a:p>
          <a:p>
            <a:pPr marL="0" indent="0" algn="ctr">
              <a:buNone/>
            </a:pPr>
            <a:endParaRPr lang="en-US" altLang="en-US" sz="2000" dirty="0"/>
          </a:p>
          <a:p>
            <a:pPr marL="0" indent="0" algn="ctr">
              <a:buNone/>
            </a:pPr>
            <a:r>
              <a:rPr lang="en-US" altLang="en-US" sz="2000" dirty="0"/>
              <a:t>Under the Guidance of</a:t>
            </a:r>
          </a:p>
          <a:p>
            <a:pPr marL="0" indent="0" algn="ctr">
              <a:buNone/>
            </a:pPr>
            <a:r>
              <a:rPr lang="en-US" altLang="en-US" sz="2000" dirty="0"/>
              <a:t> </a:t>
            </a:r>
            <a:r>
              <a:rPr lang="en-IN" sz="2000" dirty="0"/>
              <a:t>Ms. VIDYA  N </a:t>
            </a:r>
          </a:p>
          <a:p>
            <a:pPr marL="0" indent="0" algn="ctr">
              <a:buNone/>
            </a:pPr>
            <a:r>
              <a:rPr lang="en-US" alt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altLang="en-US" sz="2000" dirty="0"/>
              <a:t>Department of Computer Applications,</a:t>
            </a:r>
          </a:p>
          <a:p>
            <a:pPr marL="0" indent="0" algn="ctr">
              <a:buNone/>
            </a:pPr>
            <a:r>
              <a:rPr lang="en-US" altLang="en-US" sz="2000" dirty="0" err="1"/>
              <a:t>Saintgits</a:t>
            </a:r>
            <a:r>
              <a:rPr lang="en-US" altLang="en-US" sz="2000" dirty="0"/>
              <a:t> College of Engineering (Autonomous), </a:t>
            </a:r>
            <a:r>
              <a:rPr lang="en-US" altLang="en-US" sz="2000" dirty="0" err="1"/>
              <a:t>Pathamuttom</a:t>
            </a:r>
            <a:r>
              <a:rPr lang="en-US" altLang="en-US" sz="2000" dirty="0"/>
              <a:t> -686532</a:t>
            </a:r>
            <a:endParaRPr lang="en-IN" sz="20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1CA449CC-548D-75E5-908F-E4705794F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9FB18D83-B87D-8EC7-6C63-28CFC6D5E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1606E001-9D1E-D36B-B0AE-46C275AAB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88BC482-C08B-0D43-12E9-F4D9021DA01C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E801C-BCAC-16A5-F6A5-4726566D7C29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9A0909-02C4-5664-5DA1-6ECF7E25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76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2B43-29D5-BC22-8715-EE3747DC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415B29-AF21-83B2-2EA4-A9BE80B7A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41400"/>
          </a:xfrm>
        </p:spPr>
        <p:txBody>
          <a:bodyPr/>
          <a:lstStyle/>
          <a:p>
            <a:r>
              <a:rPr lang="en-US" sz="4000" dirty="0"/>
              <a:t>CONTENTS</a:t>
            </a:r>
            <a:endParaRPr lang="en-IN" sz="40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8DF5B1C7-6864-59F8-C863-708C0E98A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72245C04-8FBC-DACA-C8E5-EFD447B40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0DEDA67A-92E4-E7AE-FF9E-E8750249B6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B788FEF-0B60-F202-96F6-7C47CB13E03E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8C3D3-82C5-7548-5727-C40296DBCF25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</a:t>
            </a:fld>
            <a:endParaRPr lang="en-IN" dirty="0"/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AA424B92-C9E7-4664-ACA2-00BD8A95E6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43025"/>
          <a:ext cx="8229600" cy="4960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78640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87F5-81A6-9EB6-9394-411A7809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D0A0BA-DAB4-A6ED-2487-C2664DE7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41400"/>
          </a:xfrm>
        </p:spPr>
        <p:txBody>
          <a:bodyPr/>
          <a:lstStyle/>
          <a:p>
            <a:r>
              <a:rPr lang="en-US" sz="4000" dirty="0"/>
              <a:t>INTRODUCTION</a:t>
            </a:r>
            <a:endParaRPr lang="en-IN" sz="40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C12A1F8-1D54-D96E-FC58-AFCCA43CC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3000"/>
            <a:ext cx="8229600" cy="4960984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The Adaptive Exam &amp; Skill-Based Course Recommendation System is a web-based learning platform built using the MERN Stack. It provides personalized exams and learning support by adjusting question difficulty based on student performance.</a:t>
            </a:r>
          </a:p>
          <a:p>
            <a:pPr algn="just"/>
            <a:r>
              <a:rPr lang="en-US" sz="2400" dirty="0"/>
              <a:t>The system allows students to take adaptive exams, view performance analytics, and receive study material recommendations like PDFs, videos, and courses. An interactive chatbot suggests skill-based courses based on student interests and learning goals.</a:t>
            </a:r>
          </a:p>
          <a:p>
            <a:pPr algn="just"/>
            <a:r>
              <a:rPr lang="en-US" sz="2400" dirty="0"/>
              <a:t>The platform integrates data cleaning, analytics, visualization, and AI-assisted insights into a single system, enabling faster and more efficient decision-making.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0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F4C05AEC-D02A-163D-ED94-31210AFA0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079548FA-E3EC-4BB9-E075-781988353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32917EE2-C324-95CE-142E-480773EDA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6C7F337-66FD-4C1F-E35A-D5EA11694A5D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5C9A3-CAC5-558B-EC6C-D9581F5C9374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1B3C1E-FAAC-D91F-5257-87D6A86E1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66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ECD9-B426-005F-0DEE-08E47DFD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E00C64-C484-7388-4F6D-5EA3C089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EXISTING SYSTEM</a:t>
            </a:r>
            <a:endParaRPr lang="en-IN" sz="36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FE6387-31A0-4797-5D6F-3727243E5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6974"/>
            <a:ext cx="8229600" cy="4729189"/>
          </a:xfrm>
        </p:spPr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/>
            <a:r>
              <a:rPr lang="en-US" sz="2400" dirty="0"/>
              <a:t>Exams are static — all students receive the same set of questions, regardless of their skill level.</a:t>
            </a:r>
          </a:p>
          <a:p>
            <a:pPr algn="just"/>
            <a:r>
              <a:rPr lang="en-US" sz="2400" dirty="0"/>
              <a:t>Question difficulty does not adapt based on student performance during the test.</a:t>
            </a:r>
          </a:p>
          <a:p>
            <a:pPr algn="just"/>
            <a:r>
              <a:rPr lang="en-US" sz="2400" dirty="0"/>
              <a:t>Study materials and course recommendations are general, not personalized.</a:t>
            </a:r>
          </a:p>
          <a:p>
            <a:pPr algn="just"/>
            <a:r>
              <a:rPr lang="en-US" sz="2400" dirty="0"/>
              <a:t>Students receive only final scores, without detailed performance analysis.</a:t>
            </a:r>
          </a:p>
          <a:p>
            <a:pPr algn="just"/>
            <a:r>
              <a:rPr lang="en-US" sz="2400" dirty="0"/>
              <a:t>No intelligent chatbot or interactive guidance system to help students choose learning paths.</a:t>
            </a:r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9BB60A55-4C04-875F-5B83-9EF946B74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A3ED0321-F01E-9418-0623-A22644B36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7425030D-EEE4-31BA-68C6-2A5002A0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AB5FEC6-B534-8AC2-8678-E08BE03E140C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EFD07-0680-F9F4-DB36-732EB1C16F95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85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0836C-03FA-1357-AB30-5AE39FDA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E49F97F-C2C5-2960-287A-FC1668F5C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OBJECTIVE</a:t>
            </a:r>
            <a:endParaRPr lang="en-IN" sz="36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577FE8B-62A7-3A83-4992-E33E93481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The main objectives of the project are: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To develop an adaptive examination system that adjusts question difficulty based on student performance.</a:t>
            </a:r>
          </a:p>
          <a:p>
            <a:pPr algn="just"/>
            <a:r>
              <a:rPr lang="en-US" sz="2400" dirty="0"/>
              <a:t>To provide interactive dashboards for data visualization</a:t>
            </a:r>
          </a:p>
          <a:p>
            <a:pPr algn="just"/>
            <a:r>
              <a:rPr lang="en-US" sz="2400" dirty="0"/>
              <a:t>To suggest skill-based courses aligned with student interests and learning needs.</a:t>
            </a:r>
          </a:p>
          <a:p>
            <a:pPr algn="just"/>
            <a:r>
              <a:rPr lang="en-US" sz="2400" dirty="0"/>
              <a:t>To integrate an interactive chatbot that guides students in choosing suitable learning paths.</a:t>
            </a:r>
          </a:p>
          <a:p>
            <a:pPr marL="0" indent="0" algn="just">
              <a:buNone/>
            </a:pPr>
            <a:endParaRPr lang="en-US" sz="2400" dirty="0">
              <a:latin typeface="+mj-lt"/>
            </a:endParaRPr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AD5DF0F9-0843-3786-2BE9-6FD70B754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8E9DC834-91B6-71CC-846D-503706C78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BEBC5BA0-37D5-568F-FB62-C968E2FF4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593DA72-5100-9EBA-587E-22386F934FEB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0C7C9-B862-21E5-35DB-6B6C3E8B2F44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680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551D-7DD7-F2CD-C524-64EE4177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1C97B-999C-C7A6-8E89-C4471762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TARGET AUDIENCE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7F6272-341F-166B-FD4B-378AEBDEE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/>
              <a:t>The application is designed for learners and educational organizations who need a smart and personalized learning platform. Target users include:</a:t>
            </a:r>
            <a:endParaRPr lang="en-IN" sz="2200" dirty="0"/>
          </a:p>
          <a:p>
            <a:pPr algn="just"/>
            <a:r>
              <a:rPr lang="en-US" sz="2200" dirty="0"/>
              <a:t>Students preparing for exams and aiming to improve their skills.</a:t>
            </a:r>
          </a:p>
          <a:p>
            <a:pPr algn="just"/>
            <a:r>
              <a:rPr lang="en-US" sz="2200" dirty="0"/>
              <a:t>Teachers who manage exams, assignments, and monitor student progress.</a:t>
            </a:r>
          </a:p>
          <a:p>
            <a:pPr algn="just"/>
            <a:r>
              <a:rPr lang="en-US" sz="2200" dirty="0"/>
              <a:t>Educational institutions implementing digital learning systems.</a:t>
            </a:r>
          </a:p>
          <a:p>
            <a:pPr algn="just"/>
            <a:r>
              <a:rPr lang="en-US" sz="2200" dirty="0"/>
              <a:t>Training centers offering skill development programs</a:t>
            </a:r>
          </a:p>
          <a:p>
            <a:pPr algn="just"/>
            <a:endParaRPr lang="en-US" sz="2200" dirty="0"/>
          </a:p>
          <a:p>
            <a:pPr marL="0" indent="0" algn="just">
              <a:buNone/>
            </a:pPr>
            <a:r>
              <a:rPr lang="en-US" sz="2200" dirty="0"/>
              <a:t>The system helps users take adaptive exams, analyze performance easily, and receive personalized study materials and course suggestions without needing advanced technical knowledge.</a:t>
            </a:r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002F9548-49E5-3339-144B-128A0E5DA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CD4D9F6D-AA78-3DDF-C563-EB2853263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DB7ADEE6-DEC7-A10C-085C-81B70488F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8B8F6-8C8E-47DB-4F89-9E2FF3783874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8BE86-946D-A56E-7F9F-433301A99CF5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1121C6-7D58-77C2-2330-F7EFE6F4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51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00B5-78A1-63DC-E8BE-5E6E1342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5AB90C-2FAD-BA0D-B397-7BD1210F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TECHNOLOGIES USED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6F4C30-80F8-62B5-5064-19F2582F3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/>
              <a:t>Frontend —HTML, CSS, JavaScript, React.js</a:t>
            </a:r>
          </a:p>
          <a:p>
            <a:pPr algn="just"/>
            <a:r>
              <a:rPr lang="en-US" sz="2000" dirty="0"/>
              <a:t>Used to design user interface and dashboards</a:t>
            </a:r>
          </a:p>
          <a:p>
            <a:pPr algn="just"/>
            <a:r>
              <a:rPr lang="en-IN" sz="2000" dirty="0"/>
              <a:t>Provides responsive and interactive user experience</a:t>
            </a:r>
            <a:endParaRPr lang="en-US" sz="2000" dirty="0"/>
          </a:p>
          <a:p>
            <a:pPr marL="0" indent="0" algn="just">
              <a:buNone/>
            </a:pPr>
            <a:r>
              <a:rPr lang="en-IN" sz="2000" b="1" dirty="0"/>
              <a:t>Backend — Node.js &amp; Express.js</a:t>
            </a:r>
          </a:p>
          <a:p>
            <a:pPr algn="just"/>
            <a:r>
              <a:rPr lang="en-US" sz="2000" dirty="0"/>
              <a:t>Handles server-side logic and APIs</a:t>
            </a:r>
          </a:p>
          <a:p>
            <a:pPr algn="just"/>
            <a:r>
              <a:rPr lang="en-US" sz="2000" dirty="0"/>
              <a:t>Manages exam processing and user requests</a:t>
            </a:r>
            <a:endParaRPr lang="en-IN" sz="2000" dirty="0"/>
          </a:p>
          <a:p>
            <a:pPr marL="0" indent="0" algn="just">
              <a:buNone/>
            </a:pPr>
            <a:r>
              <a:rPr lang="en-IN" sz="2000" b="1" dirty="0"/>
              <a:t>Database — MongoDB</a:t>
            </a:r>
            <a:endParaRPr lang="en-IN" sz="2000" dirty="0"/>
          </a:p>
          <a:p>
            <a:pPr algn="just"/>
            <a:r>
              <a:rPr lang="en-US" sz="2000" dirty="0"/>
              <a:t>Stores user data, exam records, and question bank</a:t>
            </a:r>
          </a:p>
          <a:p>
            <a:pPr algn="just"/>
            <a:r>
              <a:rPr lang="en-US" sz="2000" dirty="0"/>
              <a:t>Provides flexible and scalable data storage</a:t>
            </a:r>
          </a:p>
          <a:p>
            <a:pPr marL="0" indent="0" algn="just">
              <a:buNone/>
            </a:pPr>
            <a:r>
              <a:rPr lang="en-US" sz="2000" b="1" dirty="0"/>
              <a:t>Authentication &amp; Security — JWT &amp; Role-Based Access</a:t>
            </a:r>
          </a:p>
          <a:p>
            <a:pPr algn="just"/>
            <a:r>
              <a:rPr lang="en-US" sz="2000" dirty="0"/>
              <a:t>Ensures secure login and user authentication</a:t>
            </a:r>
          </a:p>
          <a:p>
            <a:pPr algn="just"/>
            <a:r>
              <a:rPr lang="en-US" sz="2000" dirty="0"/>
              <a:t> Controls access based on user roles</a:t>
            </a:r>
            <a:endParaRPr lang="en-IN" sz="20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427020F0-99F3-F8E3-170B-6A211BD94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2B7CCF28-635A-1C88-9C38-F40A69D3E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CBF3DAD2-0764-7A20-06E9-5C1AE4AEE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96B0761-4979-2EBC-198C-00E23DFDA52D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C82839-FE88-6C5C-1931-9A85471349C4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C846EC-F24A-E144-6551-198F395D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63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AF6C7-7273-2978-9A98-ACC7855B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B89207-04F5-F6E1-6409-BD4F34A3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TECHNOLOGIES USED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/>
              <a:t>Data Visualization — </a:t>
            </a:r>
            <a:r>
              <a:rPr lang="en-IN" sz="2000" b="1" dirty="0" err="1"/>
              <a:t>Chart.jsEnables</a:t>
            </a:r>
            <a:endParaRPr lang="en-IN" sz="2000" b="1" dirty="0"/>
          </a:p>
          <a:p>
            <a:pPr algn="just"/>
            <a:r>
              <a:rPr lang="en-US" sz="2000" dirty="0"/>
              <a:t>Generates performance analytics through interactive charts and graphs</a:t>
            </a:r>
          </a:p>
          <a:p>
            <a:pPr algn="just"/>
            <a:r>
              <a:rPr lang="en-US" sz="2000" dirty="0"/>
              <a:t>Helps students understand topic-wise strengths and weaknesses</a:t>
            </a:r>
            <a:endParaRPr lang="en-IN" sz="2000" b="1" dirty="0"/>
          </a:p>
          <a:p>
            <a:pPr marL="0" indent="0" algn="just">
              <a:buNone/>
            </a:pPr>
            <a:r>
              <a:rPr lang="en-IN" sz="2000" b="1" dirty="0"/>
              <a:t>Tools &amp; IDE — Visual Studio Code</a:t>
            </a:r>
            <a:endParaRPr lang="en-IN" sz="2000" dirty="0"/>
          </a:p>
          <a:p>
            <a:pPr algn="just"/>
            <a:r>
              <a:rPr lang="en-IN" sz="2000" dirty="0"/>
              <a:t>Used for application development and debugging</a:t>
            </a:r>
          </a:p>
          <a:p>
            <a:pPr algn="just"/>
            <a:r>
              <a:rPr lang="en-IN" sz="2000" dirty="0"/>
              <a:t>Supports extensions for </a:t>
            </a:r>
            <a:r>
              <a:rPr lang="en-US" sz="2000" dirty="0"/>
              <a:t>JavaScript, Node.js, React, and MongoDB</a:t>
            </a:r>
            <a:endParaRPr lang="en-IN" sz="2000" dirty="0"/>
          </a:p>
          <a:p>
            <a:pPr marL="0" indent="0" algn="just">
              <a:buNone/>
            </a:pPr>
            <a:r>
              <a:rPr lang="en-IN" sz="2000" b="1" dirty="0"/>
              <a:t>Version Control — Git &amp; GitHub</a:t>
            </a:r>
            <a:endParaRPr lang="en-IN" sz="2000" dirty="0"/>
          </a:p>
          <a:p>
            <a:pPr algn="just"/>
            <a:r>
              <a:rPr lang="en-IN" sz="2000" dirty="0"/>
              <a:t>Git tracks code changes during development</a:t>
            </a:r>
          </a:p>
          <a:p>
            <a:pPr algn="just"/>
            <a:r>
              <a:rPr lang="en-IN" sz="2000" dirty="0"/>
              <a:t>GitHub stores the project repository and enables collaboration</a:t>
            </a:r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BB967FE5-5AF9-A847-7E90-27822EE37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F45D31C0-A668-DE79-3066-02FDFB02F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A1B23A33-20D0-C471-B8A2-3CCD583B6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5BA6B71-935A-8DAC-FF67-BBBE1CB51F29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4CF0C6-3CFF-542D-8B68-628C49FCE586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09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EAED4-4060-15DA-2BE7-7ED74374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A6BBEC-DB96-0C0C-F570-332C9A24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DATABASE DETAILS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ED3978-10AA-1BBA-BFEA-E435143C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2400" dirty="0"/>
              <a:t>The system uses a NoSQL database to manage users, exams, and learning resources. Main database collections include: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b="1" dirty="0"/>
              <a:t>Admins Collection:</a:t>
            </a:r>
            <a:r>
              <a:rPr lang="en-US" sz="2400" dirty="0"/>
              <a:t> Stores admin login and management details.</a:t>
            </a:r>
          </a:p>
          <a:p>
            <a:pPr algn="just"/>
            <a:r>
              <a:rPr lang="en-US" sz="2400" b="1" dirty="0"/>
              <a:t>Students Collection:</a:t>
            </a:r>
            <a:r>
              <a:rPr lang="en-US" sz="2400" dirty="0"/>
              <a:t> Stores student profiles and login information.</a:t>
            </a:r>
          </a:p>
          <a:p>
            <a:pPr algn="just"/>
            <a:r>
              <a:rPr lang="en-US" sz="2400" b="1" dirty="0"/>
              <a:t>Teachers Collection:</a:t>
            </a:r>
            <a:r>
              <a:rPr lang="en-US" sz="2400" dirty="0"/>
              <a:t> Stores teacher profiles and subject details.</a:t>
            </a:r>
          </a:p>
          <a:p>
            <a:pPr algn="just"/>
            <a:r>
              <a:rPr lang="en-US" sz="2400" b="1" dirty="0"/>
              <a:t>Questions Collection:</a:t>
            </a:r>
            <a:r>
              <a:rPr lang="en-US" sz="2400" dirty="0"/>
              <a:t> Stores exam questions, options, answers, and difficulty levels.</a:t>
            </a:r>
          </a:p>
          <a:p>
            <a:pPr algn="just"/>
            <a:r>
              <a:rPr lang="en-US" sz="2400" b="1" dirty="0" err="1"/>
              <a:t>ExamSessions</a:t>
            </a:r>
            <a:r>
              <a:rPr lang="en-US" sz="2400" b="1" dirty="0"/>
              <a:t> Collection:</a:t>
            </a:r>
            <a:r>
              <a:rPr lang="en-US" sz="2400" dirty="0"/>
              <a:t> Stores student exam attempts, responses, and scores.</a:t>
            </a:r>
          </a:p>
          <a:p>
            <a:pPr algn="just"/>
            <a:r>
              <a:rPr lang="en-US" sz="2400" b="1" dirty="0"/>
              <a:t>Courses Collection:</a:t>
            </a:r>
            <a:r>
              <a:rPr lang="en-US" sz="2400" dirty="0"/>
              <a:t> Stores course details and skill levels.</a:t>
            </a:r>
          </a:p>
          <a:p>
            <a:pPr algn="just"/>
            <a:r>
              <a:rPr lang="en-US" sz="2400" b="1" dirty="0"/>
              <a:t>Materials Collection:</a:t>
            </a:r>
            <a:r>
              <a:rPr lang="en-US" sz="2400" dirty="0"/>
              <a:t> Stores study materials like PDFs and videos.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This database structure ensures efficient storage, quick data retrieval, and smooth management of exams and learning resources.</a:t>
            </a:r>
            <a:r>
              <a:rPr lang="en-IN" sz="2400" dirty="0"/>
              <a:t>.</a:t>
            </a:r>
          </a:p>
          <a:p>
            <a:pPr algn="just"/>
            <a:endParaRPr lang="en-US" sz="24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935274BF-511E-78EC-E6ED-1940418D3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10BEE143-E570-941B-537D-CE8E4E013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230F1273-3EC4-317F-482F-B3F7A26CD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F3C8E64-8ECC-779C-DAD3-FD878DDA09F4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2B027-9F0A-2711-3A0B-A0AED241D4C6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90BA88-A599-7A9D-5862-6D88D61B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3610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05D4-52B7-5A68-1C58-C2D2D074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E818C5-435D-5F8F-1DE8-A930D51E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SYSTEM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D0B868-55A1-07E9-5DE8-EDAED358E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User interacts with the system through a web browser</a:t>
            </a:r>
          </a:p>
          <a:p>
            <a:pPr algn="just"/>
            <a:r>
              <a:rPr lang="en-US" sz="2400" dirty="0"/>
              <a:t>Frontend handles UI and visualization</a:t>
            </a:r>
          </a:p>
          <a:p>
            <a:pPr algn="just"/>
            <a:r>
              <a:rPr lang="en-US" sz="2400" dirty="0"/>
              <a:t>The backend processes exam logic, performance analysis, and course recommendation rules.</a:t>
            </a:r>
          </a:p>
          <a:p>
            <a:pPr algn="just"/>
            <a:r>
              <a:rPr lang="en-US" sz="2400" dirty="0"/>
              <a:t>The database stores user data, questions, exam results, courses, and learning materials.</a:t>
            </a:r>
          </a:p>
          <a:p>
            <a:pPr algn="just"/>
            <a:r>
              <a:rPr lang="en-US" sz="2400" dirty="0"/>
              <a:t>The chatbot system provides interactive guidance and personalized course suggestions.</a:t>
            </a:r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E68D97B3-81FC-0583-98A6-CF687B3F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0696E872-6382-CD64-F5DA-997E4FE39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13A94AF0-AB15-20A8-D07E-AF1C2A72B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DA20334-44E1-DD20-5888-E6D9F9493A6D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DA31A-67F1-2B46-3F85-81008B228AED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20EA2F-FF1E-1563-1D7E-5FDBAAAD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692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57FD-EA4A-A031-4C20-676119FD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8B6131-9234-733F-206B-1CEB7B35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6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7E7E9188-7EAE-9E1D-AF12-D6DD94595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303386ED-A29F-07E9-B8EA-1AD0238F5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0FF3E280-FF2B-E2B8-1C62-8E13EB271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4D92A08-6E0F-A4DC-4178-E72A26DAE1AD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5F96F-3D49-B6CE-F187-25F2E4A0E182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CC056C-9B1A-E137-0E14-7559F29A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57BD14F-AF10-402E-8482-944FF1D7F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569" y="1417638"/>
            <a:ext cx="3017308" cy="4525963"/>
          </a:xfrm>
        </p:spPr>
      </p:pic>
    </p:spTree>
    <p:extLst>
      <p:ext uri="{BB962C8B-B14F-4D97-AF65-F5344CB8AC3E}">
        <p14:creationId xmlns:p14="http://schemas.microsoft.com/office/powerpoint/2010/main" val="2066225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D62E-C555-0DE5-BB02-09F2641E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5BE9B9-5609-9C10-5361-AE01B4A7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MODULES OF THE SYSTEM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503A12-92C4-53D5-93DA-C63BD07C5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 Module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Module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Module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4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169693E3-67E5-0E57-11DA-8BE27B981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4C5A3E80-6B8E-432E-AE0F-22DBBAD3B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9575BABF-AE2D-633F-062A-47404B25D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CB82666-7933-030B-5A81-6EE1BF9ABF3A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23015-DF5F-26A0-70D4-8D33B9BC9B5D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51A2BE-C26C-F54E-3667-8F8F1A4B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786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872C-0131-D47A-C54C-5F0DEC3E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651150-0DC5-9FF7-EBD7-63087D7D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DEVELOPMENT PROCESS</a:t>
            </a:r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A96884BF-C72E-BF3F-5091-74714911F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AA853DAE-4789-142E-855C-42C422E7E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9A211D3B-5C45-DA55-4DCF-8B99F1530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F2F6446-1563-5161-77CC-D532A84A856B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569B3-C024-8F39-1B29-9AC093EBBB84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79042E-FF5B-49CA-BE58-9DA919AE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5CCD8D-6B68-D4B9-6C3C-DC0A309AA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The system was developed using a modular and iterative development process. Key development stages include:</a:t>
            </a:r>
          </a:p>
          <a:p>
            <a:pPr marL="0" indent="0">
              <a:buNone/>
            </a:pPr>
            <a:r>
              <a:rPr lang="en-US" sz="2400" dirty="0"/>
              <a:t>• Requirement analysis and system design</a:t>
            </a:r>
            <a:br>
              <a:rPr lang="en-US" sz="2400" dirty="0"/>
            </a:br>
            <a:r>
              <a:rPr lang="en-US" sz="2400" dirty="0"/>
              <a:t>• Study of existing online exam and learning platforms</a:t>
            </a:r>
            <a:br>
              <a:rPr lang="en-US" sz="2400" dirty="0"/>
            </a:br>
            <a:r>
              <a:rPr lang="en-US" sz="2400" dirty="0"/>
              <a:t>• Database design and architecture planning</a:t>
            </a:r>
            <a:br>
              <a:rPr lang="en-US" sz="2400" dirty="0"/>
            </a:br>
            <a:r>
              <a:rPr lang="en-US" sz="2400" dirty="0"/>
              <a:t>• Implementation of authentication and user management modules</a:t>
            </a:r>
            <a:br>
              <a:rPr lang="en-US" sz="2400" dirty="0"/>
            </a:br>
            <a:r>
              <a:rPr lang="en-US" sz="2400" dirty="0"/>
              <a:t>• Development of adaptive exam and question management system</a:t>
            </a:r>
            <a:br>
              <a:rPr lang="en-US" sz="2400" dirty="0"/>
            </a:br>
            <a:r>
              <a:rPr lang="en-US" sz="2400" dirty="0"/>
              <a:t>• Implementation of performance analysis and scoring modules</a:t>
            </a:r>
            <a:br>
              <a:rPr lang="en-US" sz="2400" dirty="0"/>
            </a:br>
            <a:r>
              <a:rPr lang="en-US" sz="2400" dirty="0"/>
              <a:t>• Development of dashboard and data visualization components</a:t>
            </a:r>
            <a:br>
              <a:rPr lang="en-US" sz="2400" dirty="0"/>
            </a:br>
            <a:r>
              <a:rPr lang="en-US" sz="2400" dirty="0"/>
              <a:t>• Integration of rule-based chatbot and course recommendation system</a:t>
            </a:r>
            <a:br>
              <a:rPr lang="en-US" sz="2400" dirty="0"/>
            </a:br>
            <a:r>
              <a:rPr lang="en-US" sz="2400" dirty="0"/>
              <a:t>• Testing and Deployment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76944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37A0-170F-4639-9786-6BC4F262D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CEC80B-BC3E-4FCF-AD7C-271DE88D8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28" y="1600200"/>
            <a:ext cx="6788944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EFA7E-1AE8-412F-8C58-BAE1F990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7" name="Picture 6" descr="saingits-logo.jpg">
            <a:extLst>
              <a:ext uri="{FF2B5EF4-FFF2-40B4-BE49-F238E27FC236}">
                <a16:creationId xmlns:a16="http://schemas.microsoft.com/office/drawing/2014/main" id="{5EB749D1-B7B8-43F5-B4E0-43FBDA9FA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384"/>
            <a:ext cx="1071538" cy="11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7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AF60-6A28-2626-6491-F65A5A799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0E0A3E-B0AF-41A6-B86C-D179AF54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FEATURES AND FUNCTIONALITIES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5BBC4-B3EB-837E-134B-039728321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1. User Registration and Login</a:t>
            </a:r>
          </a:p>
          <a:p>
            <a:pPr algn="just"/>
            <a:r>
              <a:rPr lang="en-US" sz="2400" dirty="0"/>
              <a:t>Users can create an account using email and password.</a:t>
            </a:r>
            <a:br>
              <a:rPr lang="en-US" sz="2400" dirty="0"/>
            </a:br>
            <a:r>
              <a:rPr lang="en-US" sz="2400" dirty="0"/>
              <a:t>Registered users can log in securely to access the platform.</a:t>
            </a:r>
            <a:br>
              <a:rPr lang="en-US" sz="2400" dirty="0"/>
            </a:br>
            <a:r>
              <a:rPr lang="en-US" sz="2400" dirty="0"/>
              <a:t>Authentication ensures secure access to exams and learning resources.</a:t>
            </a:r>
          </a:p>
          <a:p>
            <a:pPr marL="0" indent="0" algn="just">
              <a:buNone/>
            </a:pPr>
            <a:r>
              <a:rPr lang="en-US" sz="2400" b="1" dirty="0"/>
              <a:t>2. Adaptive Online Examination</a:t>
            </a:r>
          </a:p>
          <a:p>
            <a:pPr algn="just"/>
            <a:r>
              <a:rPr lang="en-US" sz="2400" dirty="0"/>
              <a:t>Students can take online exams through an interactive interface.</a:t>
            </a:r>
            <a:br>
              <a:rPr lang="en-US" sz="2400" dirty="0"/>
            </a:br>
            <a:r>
              <a:rPr lang="en-US" sz="2400" dirty="0"/>
              <a:t>Question difficulty adjusts based on student performance.</a:t>
            </a:r>
            <a:br>
              <a:rPr lang="en-US" sz="2400" dirty="0"/>
            </a:br>
            <a:r>
              <a:rPr lang="en-US" sz="2400" dirty="0"/>
              <a:t>Provides a personalized assessment experience.</a:t>
            </a:r>
          </a:p>
          <a:p>
            <a:pPr marL="0" indent="0" algn="just">
              <a:buNone/>
            </a:pPr>
            <a:r>
              <a:rPr lang="en-US" sz="2400" b="1" dirty="0"/>
              <a:t>3. Performance Analysis</a:t>
            </a:r>
          </a:p>
          <a:p>
            <a:pPr algn="just"/>
            <a:r>
              <a:rPr lang="en-US" sz="2400" dirty="0"/>
              <a:t>Students can view exam scores and detailed results.</a:t>
            </a:r>
            <a:br>
              <a:rPr lang="en-US" sz="2400" dirty="0"/>
            </a:br>
            <a:r>
              <a:rPr lang="en-US" sz="2400" dirty="0"/>
              <a:t>Topic-wise analysis helps identify strengths and weak areas.</a:t>
            </a:r>
            <a:br>
              <a:rPr lang="en-US" sz="2400" dirty="0"/>
            </a:br>
            <a:r>
              <a:rPr lang="en-US" sz="2400" dirty="0"/>
              <a:t>Helps learners focus on areas that need improvement.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E5B40880-55F6-1881-B904-6FFEF297E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F86EC717-9F6A-DEDE-5C19-ACAC6C056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F51DFBEA-E7E3-3794-E29E-9F031E2CE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3BA3FA5-3023-8BCE-290B-1B2A1BDC0377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05979-C15A-7490-6A59-48348A3C223D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D378C8-BA96-2F2A-70CB-43B7E5DA0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342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66C2-ACFF-9324-4A75-CC0B1DA4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8CD25B-1A17-E047-EE20-B2D782936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2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CF89BABF-1C33-BC44-1602-D5A57D0E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A3F76B22-C29C-6EAA-C8AD-48E9F9DD3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539B6DBF-D818-FB63-BE4C-0B6561588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945C9AF-A82B-5879-F0DE-AE313C5CA9BC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45151-DF37-2753-21F1-15367D36CACE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8CBF3C-7FE3-C7B9-9E30-79DDEEE1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89ABF62-1D9C-4BC6-9258-C51E6CCA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4. Course Recommendation System</a:t>
            </a:r>
          </a:p>
          <a:p>
            <a:pPr algn="just"/>
            <a:r>
              <a:rPr lang="en-US" dirty="0"/>
              <a:t>System suggests courses based on student performance.</a:t>
            </a:r>
            <a:br>
              <a:rPr lang="en-US" dirty="0"/>
            </a:br>
            <a:r>
              <a:rPr lang="en-US" dirty="0"/>
              <a:t>Recommendations are provided according to skill level </a:t>
            </a:r>
            <a:r>
              <a:rPr lang="en-US" dirty="0" err="1"/>
              <a:t>andinterests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Helps students choose suitable learning paths.</a:t>
            </a:r>
          </a:p>
          <a:p>
            <a:pPr marL="0" indent="0" algn="just">
              <a:buNone/>
            </a:pPr>
            <a:r>
              <a:rPr lang="en-US" b="1" dirty="0"/>
              <a:t>5. Study Materials Access</a:t>
            </a:r>
          </a:p>
          <a:p>
            <a:pPr algn="just"/>
            <a:r>
              <a:rPr lang="en-US" dirty="0"/>
              <a:t>Students can access learning materials like PDFs and videos.</a:t>
            </a:r>
            <a:br>
              <a:rPr lang="en-US" dirty="0"/>
            </a:br>
            <a:r>
              <a:rPr lang="en-US" dirty="0"/>
              <a:t>Materials are organized based on subjects and topics.</a:t>
            </a:r>
            <a:br>
              <a:rPr lang="en-US" dirty="0"/>
            </a:br>
            <a:r>
              <a:rPr lang="en-US" dirty="0"/>
              <a:t>Supports better exam preparation and concept understanding.</a:t>
            </a:r>
          </a:p>
          <a:p>
            <a:pPr marL="0" indent="0" algn="just">
              <a:buNone/>
            </a:pPr>
            <a:r>
              <a:rPr lang="en-US" b="1" dirty="0"/>
              <a:t>6. Chatbot Assistance</a:t>
            </a:r>
          </a:p>
          <a:p>
            <a:pPr algn="just"/>
            <a:r>
              <a:rPr lang="en-US" dirty="0"/>
              <a:t>Interactive chatbot guides students through learning options.</a:t>
            </a:r>
            <a:br>
              <a:rPr lang="en-US" dirty="0"/>
            </a:br>
            <a:r>
              <a:rPr lang="en-US" dirty="0"/>
              <a:t>Provides course suggestions based on quiz performance.</a:t>
            </a:r>
            <a:br>
              <a:rPr lang="en-US" dirty="0"/>
            </a:br>
            <a:r>
              <a:rPr lang="en-US" dirty="0"/>
              <a:t>Helps users with quick support and guidance.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844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9B05-C293-F4E6-30A8-0741DFE5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F8E0F9-3179-C8A4-E716-23E8FE85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6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821EE1A0-88CD-69DD-4F37-51AF7E7DF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8DAF1B84-7DA0-6716-B820-D50C8E034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B3CB8EDC-71FE-37AD-E381-8E41568B2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3EC338B-6414-52EA-71F4-F20F240FB594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7A645-6E60-163F-9B6D-812FA14EBD38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8EA61A-A200-FA42-0A23-87BD1434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0E1C1D7-0493-4518-8687-2986CD57A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b="1" dirty="0"/>
              <a:t>7. Instructor Management</a:t>
            </a:r>
          </a:p>
          <a:p>
            <a:pPr algn="just"/>
            <a:r>
              <a:rPr lang="en-US" sz="2200" dirty="0"/>
              <a:t>Teachers can add and manage question </a:t>
            </a:r>
            <a:r>
              <a:rPr lang="en-US" sz="2200" dirty="0" err="1"/>
              <a:t>banks.Can</a:t>
            </a:r>
            <a:r>
              <a:rPr lang="en-US" sz="2200" dirty="0"/>
              <a:t> monitor student performance and exam </a:t>
            </a:r>
            <a:r>
              <a:rPr lang="en-US" sz="2200" dirty="0" err="1"/>
              <a:t>results.Helps</a:t>
            </a:r>
            <a:r>
              <a:rPr lang="en-US" sz="2200" dirty="0"/>
              <a:t> in effective academic evaluation.</a:t>
            </a:r>
          </a:p>
          <a:p>
            <a:pPr marL="0" indent="0" algn="just">
              <a:buNone/>
            </a:pPr>
            <a:r>
              <a:rPr lang="en-US" sz="2200" b="1" dirty="0"/>
              <a:t>8. Admin Dashboard</a:t>
            </a:r>
          </a:p>
          <a:p>
            <a:pPr algn="just"/>
            <a:r>
              <a:rPr lang="en-US" sz="2200" dirty="0"/>
              <a:t>Admin can manage students, teachers, and </a:t>
            </a:r>
            <a:r>
              <a:rPr lang="en-US" sz="2200" dirty="0" err="1"/>
              <a:t>courses.Monitors</a:t>
            </a:r>
            <a:r>
              <a:rPr lang="en-US" sz="2200" dirty="0"/>
              <a:t> system usage and overall </a:t>
            </a:r>
            <a:r>
              <a:rPr lang="en-US" sz="2200" dirty="0" err="1"/>
              <a:t>performance.Ensures</a:t>
            </a:r>
            <a:r>
              <a:rPr lang="en-US" sz="2200" dirty="0"/>
              <a:t> smooth platform management.</a:t>
            </a:r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1441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0563F-BCCF-BA05-045E-CE2DC396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6D1109-F43B-2157-D6EC-C00922A0E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TECHNICAL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58542A-1C69-FA68-EACC-E873CC24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1. Implementing Adaptive Exam Logic</a:t>
            </a:r>
          </a:p>
          <a:p>
            <a:pPr algn="just"/>
            <a:r>
              <a:rPr lang="en-US" sz="2400" b="1" dirty="0" err="1"/>
              <a:t>Challenge:</a:t>
            </a:r>
            <a:r>
              <a:rPr lang="en-US" sz="2400" dirty="0" err="1"/>
              <a:t>Designing</a:t>
            </a:r>
            <a:r>
              <a:rPr lang="en-US" sz="2400" dirty="0"/>
              <a:t> an exam system where question difficulty changes based on student performance was complex to implement and manage.</a:t>
            </a:r>
          </a:p>
          <a:p>
            <a:pPr algn="just"/>
            <a:r>
              <a:rPr lang="en-US" sz="2400" b="1" dirty="0" err="1"/>
              <a:t>Solution:</a:t>
            </a:r>
            <a:r>
              <a:rPr lang="en-US" sz="2400" dirty="0" err="1"/>
              <a:t>This</a:t>
            </a:r>
            <a:r>
              <a:rPr lang="en-US" sz="2400" dirty="0"/>
              <a:t> was solved by creating rule-based logic that adjusts question levels according to previous answers and scores.</a:t>
            </a:r>
          </a:p>
          <a:p>
            <a:pPr algn="just"/>
            <a:endParaRPr lang="en-US" sz="24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B5D84BE3-6CF4-090A-4391-DAF0CB2C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70E72874-DD34-6A80-D47B-5E33C1ECA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8A5FA364-2777-B794-2BFE-5B782506A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2000E5-F7E2-D51D-973B-83B52FC4AA27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37138-EA8D-B2D3-472A-2156EC6C1E6F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ABFEAF-A044-A2AF-B8AC-EA2B3C7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629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59D48-4876-49AA-82B1-5CC9DF57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91803-C0B5-4F52-8A6D-8A584007F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2. Connecting Frontend and Backend</a:t>
            </a:r>
          </a:p>
          <a:p>
            <a:pPr algn="just"/>
            <a:r>
              <a:rPr lang="en-US" sz="2400" b="1" dirty="0" err="1"/>
              <a:t>Challenge:</a:t>
            </a:r>
            <a:r>
              <a:rPr lang="en-US" sz="2400" dirty="0" err="1"/>
              <a:t>Another</a:t>
            </a:r>
            <a:r>
              <a:rPr lang="en-US" sz="2400" dirty="0"/>
              <a:t> challenge was connecting the React frontend with the Node.js backend APIs and ensuring that data such as </a:t>
            </a:r>
            <a:r>
              <a:rPr lang="en-US" sz="2400" b="1" dirty="0"/>
              <a:t>user </a:t>
            </a:r>
            <a:r>
              <a:rPr lang="en-US" sz="2400" dirty="0"/>
              <a:t>details, exam questions, answers, and results were sent and received correctly between the client (browser) and the server.</a:t>
            </a:r>
          </a:p>
          <a:p>
            <a:pPr algn="just"/>
            <a:r>
              <a:rPr lang="en-US" sz="2400" b="1" dirty="0" err="1"/>
              <a:t>Solution:</a:t>
            </a:r>
            <a:r>
              <a:rPr lang="en-US" sz="2400" dirty="0" err="1"/>
              <a:t>This</a:t>
            </a:r>
            <a:r>
              <a:rPr lang="en-US" sz="2400" dirty="0"/>
              <a:t> was solved by creating proper REST APIs using Express.js and testing them to ensure smooth data communication between the frontend interface and backend server.</a:t>
            </a:r>
          </a:p>
          <a:p>
            <a:pPr algn="just"/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20D35-DA88-45C4-9FDE-30D30645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5" name="Picture 4" descr="saingits-logo.jpg">
            <a:extLst>
              <a:ext uri="{FF2B5EF4-FFF2-40B4-BE49-F238E27FC236}">
                <a16:creationId xmlns:a16="http://schemas.microsoft.com/office/drawing/2014/main" id="{8E12ABA0-8238-453F-A91F-8304B8E0E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65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1688-CA12-1392-BD76-2481D554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F430DC-6685-5027-38D8-038042254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TESTING METHODS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26EF52-1ADF-56A9-6AFA-4ECB3CFDA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1. Unit Testing</a:t>
            </a:r>
          </a:p>
          <a:p>
            <a:pPr algn="just"/>
            <a:r>
              <a:rPr lang="en-US" sz="2400" dirty="0"/>
              <a:t>Each module such as authentication, exam logic, and chatbot was tested </a:t>
            </a:r>
            <a:r>
              <a:rPr lang="en-US" sz="2400" dirty="0" err="1"/>
              <a:t>individually.Ensured</a:t>
            </a:r>
            <a:r>
              <a:rPr lang="en-US" sz="2400" dirty="0"/>
              <a:t> every component functioned correctly on its own.</a:t>
            </a:r>
          </a:p>
          <a:p>
            <a:pPr marL="0" indent="0" algn="just">
              <a:buNone/>
            </a:pPr>
            <a:r>
              <a:rPr lang="en-US" sz="2400" b="1" dirty="0"/>
              <a:t>2. Integration Testing</a:t>
            </a:r>
          </a:p>
          <a:p>
            <a:pPr algn="just"/>
            <a:r>
              <a:rPr lang="en-US" sz="2400" dirty="0"/>
              <a:t>Tested the interaction between frontend, backend, and database </a:t>
            </a:r>
            <a:r>
              <a:rPr lang="en-US" sz="2400" dirty="0" err="1"/>
              <a:t>modules.Ensured</a:t>
            </a:r>
            <a:r>
              <a:rPr lang="en-US" sz="2400" dirty="0"/>
              <a:t> smooth data flow and proper communication across the system.</a:t>
            </a:r>
          </a:p>
          <a:p>
            <a:pPr marL="0" indent="0" algn="just">
              <a:buNone/>
            </a:pPr>
            <a:r>
              <a:rPr lang="en-US" sz="2400" b="1" dirty="0"/>
              <a:t>3. Functional Testing</a:t>
            </a:r>
          </a:p>
          <a:p>
            <a:pPr algn="just"/>
            <a:r>
              <a:rPr lang="en-US" sz="2400" dirty="0"/>
              <a:t>Tested major features like user login, taking exams, viewing results, and course </a:t>
            </a:r>
            <a:r>
              <a:rPr lang="en-US" sz="2400" dirty="0" err="1"/>
              <a:t>recommendations.Ensured</a:t>
            </a:r>
            <a:r>
              <a:rPr lang="en-US" sz="2400" dirty="0"/>
              <a:t> the system worked according to user requirements.</a:t>
            </a:r>
          </a:p>
          <a:p>
            <a:pPr algn="just"/>
            <a:endParaRPr lang="en-US" sz="24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FB3BF4A8-7C23-504E-3843-2FF0490B8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0B725866-BCF1-4C2D-0389-AEBAF2F7E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A65AF660-A39D-6EE8-F189-07CF8DE00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CC46768-E3C4-A5BD-B86E-F46172DEBB81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4ADE7-DFDC-8FCF-5E05-E8AA2165CFE4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D7D37B-46BB-AC91-32BC-CCCE5A3D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547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2607-9772-EF45-9831-D2F49987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AA8B1D-1E34-C020-F3ED-8379D3E9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FUTURE ENHANCEMENTS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82DDC8-71EC-864E-3240-0907A17EF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Add voice-based chatbot assistance for better user interaction.</a:t>
            </a:r>
          </a:p>
          <a:p>
            <a:r>
              <a:rPr lang="en-US" sz="2400" dirty="0"/>
              <a:t>Integrate live online classes and virtual mentoring features.</a:t>
            </a:r>
          </a:p>
          <a:p>
            <a:r>
              <a:rPr lang="en-US" sz="2400" dirty="0"/>
              <a:t>Add gamification features like badges and leaderboards to improve student engagement.</a:t>
            </a:r>
          </a:p>
          <a:p>
            <a:r>
              <a:rPr lang="en-US" sz="2400" dirty="0"/>
              <a:t>Implement advanced AI algorithms for more accurate and intelligent course recommendations.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EBD4DC50-8AAB-364C-AFCA-A6B3950C0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10947AF1-9474-CC35-AA87-0CB20249D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80904304-5293-13B4-ED53-74B33C68F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E8BE30E-44DF-556B-4B1A-F5F42E9F0A94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F0A444-33FE-BE03-36F6-60F7177E764E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ABEDCB-8FBB-4FEF-9E92-A2D7C89BA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632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C0746-3341-DF35-6396-8EEBD3E3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F24EDD-79B0-0AAC-D032-32BC2889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CONCLUSION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77BE28-15F3-598E-B0BC-3F668A179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The system provides a personalized and adaptive learning environment for students.</a:t>
            </a:r>
          </a:p>
          <a:p>
            <a:pPr algn="just"/>
            <a:r>
              <a:rPr lang="en-US" sz="2400" dirty="0"/>
              <a:t> Adaptive exams help in accurately evaluating student knowledge and skills.</a:t>
            </a:r>
          </a:p>
          <a:p>
            <a:pPr algn="just"/>
            <a:r>
              <a:rPr lang="en-US" sz="2400" dirty="0"/>
              <a:t> Performance analysis enables students to identify strengths and weak areas.</a:t>
            </a:r>
          </a:p>
          <a:p>
            <a:pPr algn="just"/>
            <a:r>
              <a:rPr lang="en-US" sz="2400" dirty="0"/>
              <a:t>Course recommendations and study materials support targeted skill improvement.</a:t>
            </a:r>
          </a:p>
          <a:p>
            <a:pPr algn="just"/>
            <a:r>
              <a:rPr lang="en-US" sz="2400" dirty="0"/>
              <a:t>The platform offers a modern and efficient solution for digital education</a:t>
            </a:r>
          </a:p>
          <a:p>
            <a:pPr algn="just"/>
            <a:endParaRPr lang="en-US" sz="24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82D993CA-C4C6-BB60-2255-3AB08B5DF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1E77101B-BFE2-D2D9-8781-B69A7F8DB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186B802B-BFC9-AC32-77C4-EA531DC50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B27F012-1F35-8977-3FD6-3350A09641BD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021BE-D564-A269-207A-4EA67302ACBD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6E6193-991D-C1CB-3A68-06ADA0BE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487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90BF-0D1F-CB27-FCC9-B3438F4D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86000-D034-2BE4-E6BB-20263ECB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DEMO</a:t>
            </a:r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CD731C7F-B7AC-59F1-15F0-7B51A875F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56459A8C-A878-1296-9083-AD2756936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8EA8B1A8-D535-AA92-72DC-44609D19F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47D33B9-0E89-593C-219F-86339C6C7DFC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D3AD0-A527-146E-2BA2-30CC8C1D9B3F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70AC24-7E8D-ABD3-4B5F-D1D6D6DA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C6A9086-4EEC-4348-84FD-BAEDF6130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29345B-DBC3-444F-A975-407B166CD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10" y="1570027"/>
            <a:ext cx="8767789" cy="388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04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8DE7-6E38-41C6-A745-5208AB3F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cs typeface="Times New Roman" panose="02020603050405020304" pitchFamily="18" charset="0"/>
              </a:rPr>
              <a:t>Present Status of the Project</a:t>
            </a:r>
            <a:endParaRPr lang="en-IN" sz="3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4C3B68-12E0-40B9-9226-435433774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232" y="2043652"/>
            <a:ext cx="6163535" cy="3639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67320-6402-4600-A59B-352D1E6B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24</a:t>
            </a:fld>
            <a:endParaRPr lang="en-IN" dirty="0"/>
          </a:p>
        </p:txBody>
      </p:sp>
      <p:pic>
        <p:nvPicPr>
          <p:cNvPr id="9" name="Picture 8" descr="saingits-logo.jpg">
            <a:extLst>
              <a:ext uri="{FF2B5EF4-FFF2-40B4-BE49-F238E27FC236}">
                <a16:creationId xmlns:a16="http://schemas.microsoft.com/office/drawing/2014/main" id="{1B60FC8C-B66F-4AD4-B54E-1B2F817B1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37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D1B3-1360-D988-3486-87C2032F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15508C-6FF6-7A6F-C30F-988CB2C4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GANTT CHART</a:t>
            </a:r>
            <a:endParaRPr lang="en-IN" sz="3600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9410C384-97E4-5B8C-82F0-492B874D9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A3265D2C-A7B3-C5AC-90AB-8B60A2D2B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92109FE7-4C1A-58FF-AC81-AF3C4043C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D08C94E-B114-979F-27AF-FD33AA49DDB0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6E5DA-4943-FD8C-454A-DFAEE5D4E04A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633D14-6083-F4E6-4518-D2968357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7BEE850-1036-4294-BD30-944BECB21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9D39A2C9-7C6F-4850-B320-E61FD96E6D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96" y="1760744"/>
            <a:ext cx="7650808" cy="417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89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65CF5-B448-2C2F-2B8A-FDDBE6EE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7F3010-1BCB-2913-8AC7-9F386F40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33818"/>
            <a:ext cx="8229600" cy="2455874"/>
          </a:xfrm>
        </p:spPr>
        <p:txBody>
          <a:bodyPr>
            <a:normAutofit/>
          </a:bodyPr>
          <a:lstStyle/>
          <a:p>
            <a:r>
              <a:rPr lang="en-US" dirty="0"/>
              <a:t>THANK YOU 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1B0609-D1D4-C409-3407-DD9131B1BBA5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457200" y="6126163"/>
            <a:ext cx="8229600" cy="45719"/>
          </a:xfrm>
        </p:spPr>
        <p:txBody>
          <a:bodyPr>
            <a:normAutofit fontScale="25000" lnSpcReduction="20000"/>
          </a:bodyPr>
          <a:lstStyle/>
          <a:p>
            <a:pPr algn="just"/>
            <a:endParaRPr lang="en-US" dirty="0"/>
          </a:p>
        </p:txBody>
      </p:sp>
      <p:pic>
        <p:nvPicPr>
          <p:cNvPr id="4" name="Picture 3" descr="saingits-logo.jpg">
            <a:extLst>
              <a:ext uri="{FF2B5EF4-FFF2-40B4-BE49-F238E27FC236}">
                <a16:creationId xmlns:a16="http://schemas.microsoft.com/office/drawing/2014/main" id="{B5CAB5D5-8962-3025-C329-4FA511D82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1538" cy="1142984"/>
          </a:xfrm>
          <a:prstGeom prst="rect">
            <a:avLst/>
          </a:prstGeom>
        </p:spPr>
      </p:pic>
      <p:pic>
        <p:nvPicPr>
          <p:cNvPr id="5" name="Picture 4" descr="side.jpg">
            <a:extLst>
              <a:ext uri="{FF2B5EF4-FFF2-40B4-BE49-F238E27FC236}">
                <a16:creationId xmlns:a16="http://schemas.microsoft.com/office/drawing/2014/main" id="{A76C3C5F-08D7-FF65-7E48-AA5A67ECA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0"/>
            <a:ext cx="266700" cy="1143000"/>
          </a:xfrm>
          <a:prstGeom prst="rect">
            <a:avLst/>
          </a:prstGeom>
        </p:spPr>
      </p:pic>
      <p:pic>
        <p:nvPicPr>
          <p:cNvPr id="6" name="Picture 5" descr="down.jpg">
            <a:extLst>
              <a:ext uri="{FF2B5EF4-FFF2-40B4-BE49-F238E27FC236}">
                <a16:creationId xmlns:a16="http://schemas.microsoft.com/office/drawing/2014/main" id="{F7C9A8D8-A7C0-E446-802C-043F34888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" y="6410325"/>
            <a:ext cx="9134475" cy="4476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EEFB7C9-9E20-683B-970A-F57E9A9F32EB}"/>
              </a:ext>
            </a:extLst>
          </p:cNvPr>
          <p:cNvSpPr txBox="1">
            <a:spLocks/>
          </p:cNvSpPr>
          <p:nvPr/>
        </p:nvSpPr>
        <p:spPr>
          <a:xfrm>
            <a:off x="5786446" y="5143512"/>
            <a:ext cx="3200368" cy="1012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75ED6-C322-2399-7EEB-14BAFC73C872}"/>
              </a:ext>
            </a:extLst>
          </p:cNvPr>
          <p:cNvSpPr txBox="1"/>
          <p:nvPr/>
        </p:nvSpPr>
        <p:spPr>
          <a:xfrm>
            <a:off x="5500694" y="5988626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3183B8-09BD-3C30-8FB8-958D5C07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7495-1421-49DB-A673-15B2D9EB657E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3972335"/>
      </p:ext>
    </p:extLst>
  </p:cSld>
  <p:clrMapOvr>
    <a:masterClrMapping/>
  </p:clrMapOvr>
</p:sld>
</file>

<file path=ppt/theme/theme1.xml><?xml version="1.0" encoding="utf-8"?>
<a:theme xmlns:a="http://schemas.openxmlformats.org/drawingml/2006/main" name="saintgi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saintgits</Template>
  <TotalTime>100601</TotalTime>
  <Words>1491</Words>
  <Application>Microsoft Office PowerPoint</Application>
  <PresentationFormat>On-screen Show (4:3)</PresentationFormat>
  <Paragraphs>209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Times New Roman</vt:lpstr>
      <vt:lpstr>saintgits</vt:lpstr>
      <vt:lpstr>Adaptive Exam &amp; Skill-Based Course Recommendation System</vt:lpstr>
      <vt:lpstr>CONTENTS</vt:lpstr>
      <vt:lpstr>INTRODUCTION</vt:lpstr>
      <vt:lpstr>EXISTING SYSTEM</vt:lpstr>
      <vt:lpstr>OBJECTIVE</vt:lpstr>
      <vt:lpstr>TARGET AUDIENCE</vt:lpstr>
      <vt:lpstr>TECHNOLOGIES USED</vt:lpstr>
      <vt:lpstr>TECHNOLOGIES USED</vt:lpstr>
      <vt:lpstr>DATABASE DETAILS</vt:lpstr>
      <vt:lpstr>SYSTEM ARCHITECTURE</vt:lpstr>
      <vt:lpstr>PowerPoint Presentation</vt:lpstr>
      <vt:lpstr>MODULES OF THE SYSTEM</vt:lpstr>
      <vt:lpstr>DEVELOPMENT PROCESS</vt:lpstr>
      <vt:lpstr>PowerPoint Presentation</vt:lpstr>
      <vt:lpstr>FEATURES AND FUNCTIONALITIES</vt:lpstr>
      <vt:lpstr>PowerPoint Presentation</vt:lpstr>
      <vt:lpstr>PowerPoint Presentation</vt:lpstr>
      <vt:lpstr>TECHNICAL CHALLENGES</vt:lpstr>
      <vt:lpstr>PowerPoint Presentation</vt:lpstr>
      <vt:lpstr>TESTING METHODS</vt:lpstr>
      <vt:lpstr>FUTURE ENHANCEMENTS</vt:lpstr>
      <vt:lpstr>CONCLUSION</vt:lpstr>
      <vt:lpstr>DEMO</vt:lpstr>
      <vt:lpstr>Present Status of the Project</vt:lpstr>
      <vt:lpstr>GANTT CHART</vt:lpstr>
      <vt:lpstr>THANK YOU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Microsoft</dc:creator>
  <cp:lastModifiedBy>HP</cp:lastModifiedBy>
  <cp:revision>3688</cp:revision>
  <dcterms:created xsi:type="dcterms:W3CDTF">2018-07-20T01:28:44Z</dcterms:created>
  <dcterms:modified xsi:type="dcterms:W3CDTF">2026-03-18T17:10:39Z</dcterms:modified>
</cp:coreProperties>
</file>